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25" r:id="rId5"/>
    <p:sldId id="326" r:id="rId6"/>
    <p:sldId id="344" r:id="rId7"/>
    <p:sldId id="343" r:id="rId8"/>
    <p:sldId id="342" r:id="rId9"/>
    <p:sldId id="347" r:id="rId10"/>
    <p:sldId id="346" r:id="rId11"/>
    <p:sldId id="266" r:id="rId12"/>
    <p:sldId id="348" r:id="rId13"/>
    <p:sldId id="34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738C09-5BA2-412B-93B0-E1A07E19EDEB}" v="219" dt="2025-01-23T20:21:53.528"/>
    <p1510:client id="{635CAD24-2F48-203A-5FB7-0E4D1B818A37}" v="7" dt="2025-01-23T20:22:13.573"/>
    <p1510:client id="{79B0C6D6-C4C4-A997-2EA1-EA4C4C88A639}" v="26" dt="2025-01-23T20:21:39.875"/>
    <p1510:client id="{913D7076-AD50-31D7-4A2E-FEF4C833E46F}" v="100" dt="2025-01-23T20:17:37.310"/>
    <p1510:client id="{92305272-8479-6A48-8298-56AE1EB1A596}" v="287" dt="2025-01-23T20:20:04.384"/>
    <p1510:client id="{ABFBA652-278C-02DF-EE94-1F4E6BC89298}" v="226" dt="2025-01-23T20:16:41.877"/>
    <p1510:client id="{D21A2DD0-F938-984F-6CE0-20DCF8A08666}" v="5" dt="2025-01-23T20:30:10.972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816"/>
        <p:guide orient="horz" pos="384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in Xu" userId="S::xu826@mcmaster.ca::665b2a1c-8d17-4bdd-a481-e9e8af6d0dad" providerId="AD" clId="Web-{79B0C6D6-C4C4-A997-2EA1-EA4C4C88A639}"/>
    <pc:docChg chg="modSld">
      <pc:chgData name="Jamin Xu" userId="S::xu826@mcmaster.ca::665b2a1c-8d17-4bdd-a481-e9e8af6d0dad" providerId="AD" clId="Web-{79B0C6D6-C4C4-A997-2EA1-EA4C4C88A639}" dt="2025-01-23T20:21:39.875" v="25" actId="1076"/>
      <pc:docMkLst>
        <pc:docMk/>
      </pc:docMkLst>
      <pc:sldChg chg="modSp">
        <pc:chgData name="Jamin Xu" userId="S::xu826@mcmaster.ca::665b2a1c-8d17-4bdd-a481-e9e8af6d0dad" providerId="AD" clId="Web-{79B0C6D6-C4C4-A997-2EA1-EA4C4C88A639}" dt="2025-01-23T20:18:44.966" v="17" actId="20577"/>
        <pc:sldMkLst>
          <pc:docMk/>
          <pc:sldMk cId="643777997" sldId="266"/>
        </pc:sldMkLst>
        <pc:spChg chg="mod">
          <ac:chgData name="Jamin Xu" userId="S::xu826@mcmaster.ca::665b2a1c-8d17-4bdd-a481-e9e8af6d0dad" providerId="AD" clId="Web-{79B0C6D6-C4C4-A997-2EA1-EA4C4C88A639}" dt="2025-01-23T20:18:44.966" v="17" actId="20577"/>
          <ac:spMkLst>
            <pc:docMk/>
            <pc:sldMk cId="643777997" sldId="266"/>
            <ac:spMk id="3" creationId="{05948542-FCE1-3AE6-C6C9-17975609DF70}"/>
          </ac:spMkLst>
        </pc:spChg>
      </pc:sldChg>
      <pc:sldChg chg="addSp delSp modSp">
        <pc:chgData name="Jamin Xu" userId="S::xu826@mcmaster.ca::665b2a1c-8d17-4bdd-a481-e9e8af6d0dad" providerId="AD" clId="Web-{79B0C6D6-C4C4-A997-2EA1-EA4C4C88A639}" dt="2025-01-23T20:21:39.875" v="25" actId="1076"/>
        <pc:sldMkLst>
          <pc:docMk/>
          <pc:sldMk cId="855215445" sldId="325"/>
        </pc:sldMkLst>
        <pc:spChg chg="add del mod">
          <ac:chgData name="Jamin Xu" userId="S::xu826@mcmaster.ca::665b2a1c-8d17-4bdd-a481-e9e8af6d0dad" providerId="AD" clId="Web-{79B0C6D6-C4C4-A997-2EA1-EA4C4C88A639}" dt="2025-01-23T20:21:39.875" v="25" actId="1076"/>
          <ac:spMkLst>
            <pc:docMk/>
            <pc:sldMk cId="855215445" sldId="325"/>
            <ac:spMk id="5" creationId="{0C94AD64-57F0-10B3-AD11-07AD44461D20}"/>
          </ac:spMkLst>
        </pc:spChg>
        <pc:picChg chg="mod">
          <ac:chgData name="Jamin Xu" userId="S::xu826@mcmaster.ca::665b2a1c-8d17-4bdd-a481-e9e8af6d0dad" providerId="AD" clId="Web-{79B0C6D6-C4C4-A997-2EA1-EA4C4C88A639}" dt="2025-01-23T20:21:08.359" v="22"/>
          <ac:picMkLst>
            <pc:docMk/>
            <pc:sldMk cId="855215445" sldId="325"/>
            <ac:picMk id="3074" creationId="{09D8398D-1DEA-AC8E-5749-FBBA046AF61F}"/>
          </ac:picMkLst>
        </pc:picChg>
      </pc:sldChg>
    </pc:docChg>
  </pc:docChgLst>
  <pc:docChgLst>
    <pc:chgData name="Niyah Miller" userId="S::millen22@mcmaster.ca::000bc8f7-40e1-46a6-a6d3-110603d7eab7" providerId="AD" clId="Web-{913D7076-AD50-31D7-4A2E-FEF4C833E46F}"/>
    <pc:docChg chg="modSld">
      <pc:chgData name="Niyah Miller" userId="S::millen22@mcmaster.ca::000bc8f7-40e1-46a6-a6d3-110603d7eab7" providerId="AD" clId="Web-{913D7076-AD50-31D7-4A2E-FEF4C833E46F}" dt="2025-01-23T20:17:37.310" v="97"/>
      <pc:docMkLst>
        <pc:docMk/>
      </pc:docMkLst>
      <pc:sldChg chg="modSp">
        <pc:chgData name="Niyah Miller" userId="S::millen22@mcmaster.ca::000bc8f7-40e1-46a6-a6d3-110603d7eab7" providerId="AD" clId="Web-{913D7076-AD50-31D7-4A2E-FEF4C833E46F}" dt="2025-01-23T20:17:37.310" v="97"/>
        <pc:sldMkLst>
          <pc:docMk/>
          <pc:sldMk cId="643777997" sldId="266"/>
        </pc:sldMkLst>
        <pc:spChg chg="mod">
          <ac:chgData name="Niyah Miller" userId="S::millen22@mcmaster.ca::000bc8f7-40e1-46a6-a6d3-110603d7eab7" providerId="AD" clId="Web-{913D7076-AD50-31D7-4A2E-FEF4C833E46F}" dt="2025-01-23T20:17:37.310" v="97"/>
          <ac:spMkLst>
            <pc:docMk/>
            <pc:sldMk cId="643777997" sldId="266"/>
            <ac:spMk id="3" creationId="{05948542-FCE1-3AE6-C6C9-17975609DF70}"/>
          </ac:spMkLst>
        </pc:spChg>
      </pc:sldChg>
      <pc:sldChg chg="modSp">
        <pc:chgData name="Niyah Miller" userId="S::millen22@mcmaster.ca::000bc8f7-40e1-46a6-a6d3-110603d7eab7" providerId="AD" clId="Web-{913D7076-AD50-31D7-4A2E-FEF4C833E46F}" dt="2025-01-23T20:10:52.243" v="92" actId="20577"/>
        <pc:sldMkLst>
          <pc:docMk/>
          <pc:sldMk cId="487522735" sldId="340"/>
        </pc:sldMkLst>
        <pc:spChg chg="mod">
          <ac:chgData name="Niyah Miller" userId="S::millen22@mcmaster.ca::000bc8f7-40e1-46a6-a6d3-110603d7eab7" providerId="AD" clId="Web-{913D7076-AD50-31D7-4A2E-FEF4C833E46F}" dt="2025-01-23T20:10:52.243" v="92" actId="20577"/>
          <ac:spMkLst>
            <pc:docMk/>
            <pc:sldMk cId="487522735" sldId="340"/>
            <ac:spMk id="4" creationId="{A704BCD3-171F-C06E-AC4E-108832525DF4}"/>
          </ac:spMkLst>
        </pc:spChg>
      </pc:sldChg>
      <pc:sldChg chg="modSp">
        <pc:chgData name="Niyah Miller" userId="S::millen22@mcmaster.ca::000bc8f7-40e1-46a6-a6d3-110603d7eab7" providerId="AD" clId="Web-{913D7076-AD50-31D7-4A2E-FEF4C833E46F}" dt="2025-01-23T20:05:35.192" v="43" actId="14100"/>
        <pc:sldMkLst>
          <pc:docMk/>
          <pc:sldMk cId="1383864905" sldId="342"/>
        </pc:sldMkLst>
        <pc:spChg chg="mod">
          <ac:chgData name="Niyah Miller" userId="S::millen22@mcmaster.ca::000bc8f7-40e1-46a6-a6d3-110603d7eab7" providerId="AD" clId="Web-{913D7076-AD50-31D7-4A2E-FEF4C833E46F}" dt="2025-01-23T20:05:01.285" v="41" actId="14100"/>
          <ac:spMkLst>
            <pc:docMk/>
            <pc:sldMk cId="1383864905" sldId="342"/>
            <ac:spMk id="2" creationId="{44AD3773-74FC-5198-081C-DFBA4BB6E5DB}"/>
          </ac:spMkLst>
        </pc:spChg>
        <pc:spChg chg="mod">
          <ac:chgData name="Niyah Miller" userId="S::millen22@mcmaster.ca::000bc8f7-40e1-46a6-a6d3-110603d7eab7" providerId="AD" clId="Web-{913D7076-AD50-31D7-4A2E-FEF4C833E46F}" dt="2025-01-23T20:05:35.192" v="43" actId="14100"/>
          <ac:spMkLst>
            <pc:docMk/>
            <pc:sldMk cId="1383864905" sldId="342"/>
            <ac:spMk id="3" creationId="{770303AE-69BF-791C-294D-ADA2AD019D74}"/>
          </ac:spMkLst>
        </pc:spChg>
        <pc:picChg chg="mod">
          <ac:chgData name="Niyah Miller" userId="S::millen22@mcmaster.ca::000bc8f7-40e1-46a6-a6d3-110603d7eab7" providerId="AD" clId="Web-{913D7076-AD50-31D7-4A2E-FEF4C833E46F}" dt="2025-01-23T20:04:49.129" v="39" actId="1076"/>
          <ac:picMkLst>
            <pc:docMk/>
            <pc:sldMk cId="1383864905" sldId="342"/>
            <ac:picMk id="5" creationId="{D523FF60-FC09-3AF4-1D26-EA4C88920132}"/>
          </ac:picMkLst>
        </pc:picChg>
      </pc:sldChg>
      <pc:sldChg chg="addSp delSp modSp mod modClrScheme chgLayout">
        <pc:chgData name="Niyah Miller" userId="S::millen22@mcmaster.ca::000bc8f7-40e1-46a6-a6d3-110603d7eab7" providerId="AD" clId="Web-{913D7076-AD50-31D7-4A2E-FEF4C833E46F}" dt="2025-01-23T20:03:38.487" v="34" actId="20577"/>
        <pc:sldMkLst>
          <pc:docMk/>
          <pc:sldMk cId="446300987" sldId="343"/>
        </pc:sldMkLst>
        <pc:spChg chg="mod">
          <ac:chgData name="Niyah Miller" userId="S::millen22@mcmaster.ca::000bc8f7-40e1-46a6-a6d3-110603d7eab7" providerId="AD" clId="Web-{913D7076-AD50-31D7-4A2E-FEF4C833E46F}" dt="2025-01-23T20:02:25.565" v="26"/>
          <ac:spMkLst>
            <pc:docMk/>
            <pc:sldMk cId="446300987" sldId="343"/>
            <ac:spMk id="2" creationId="{44AD3773-74FC-5198-081C-DFBA4BB6E5DB}"/>
          </ac:spMkLst>
        </pc:spChg>
        <pc:spChg chg="mod">
          <ac:chgData name="Niyah Miller" userId="S::millen22@mcmaster.ca::000bc8f7-40e1-46a6-a6d3-110603d7eab7" providerId="AD" clId="Web-{913D7076-AD50-31D7-4A2E-FEF4C833E46F}" dt="2025-01-23T20:03:38.487" v="34" actId="20577"/>
          <ac:spMkLst>
            <pc:docMk/>
            <pc:sldMk cId="446300987" sldId="343"/>
            <ac:spMk id="3" creationId="{770303AE-69BF-791C-294D-ADA2AD019D74}"/>
          </ac:spMkLst>
        </pc:spChg>
        <pc:spChg chg="del">
          <ac:chgData name="Niyah Miller" userId="S::millen22@mcmaster.ca::000bc8f7-40e1-46a6-a6d3-110603d7eab7" providerId="AD" clId="Web-{913D7076-AD50-31D7-4A2E-FEF4C833E46F}" dt="2025-01-23T20:02:22.221" v="25"/>
          <ac:spMkLst>
            <pc:docMk/>
            <pc:sldMk cId="446300987" sldId="343"/>
            <ac:spMk id="4" creationId="{D1EA2968-E538-7C1D-C82D-5CC8B3105446}"/>
          </ac:spMkLst>
        </pc:spChg>
        <pc:picChg chg="add mod ord">
          <ac:chgData name="Niyah Miller" userId="S::millen22@mcmaster.ca::000bc8f7-40e1-46a6-a6d3-110603d7eab7" providerId="AD" clId="Web-{913D7076-AD50-31D7-4A2E-FEF4C833E46F}" dt="2025-01-23T20:02:25.565" v="26"/>
          <ac:picMkLst>
            <pc:docMk/>
            <pc:sldMk cId="446300987" sldId="343"/>
            <ac:picMk id="5" creationId="{257F97DE-3DB1-FCC9-B544-C58CA5AA55D6}"/>
          </ac:picMkLst>
        </pc:picChg>
      </pc:sldChg>
      <pc:sldChg chg="modSp">
        <pc:chgData name="Niyah Miller" userId="S::millen22@mcmaster.ca::000bc8f7-40e1-46a6-a6d3-110603d7eab7" providerId="AD" clId="Web-{913D7076-AD50-31D7-4A2E-FEF4C833E46F}" dt="2025-01-23T20:03:10.737" v="30" actId="14100"/>
        <pc:sldMkLst>
          <pc:docMk/>
          <pc:sldMk cId="822144971" sldId="344"/>
        </pc:sldMkLst>
        <pc:spChg chg="mod">
          <ac:chgData name="Niyah Miller" userId="S::millen22@mcmaster.ca::000bc8f7-40e1-46a6-a6d3-110603d7eab7" providerId="AD" clId="Web-{913D7076-AD50-31D7-4A2E-FEF4C833E46F}" dt="2025-01-23T20:02:59.674" v="27" actId="14100"/>
          <ac:spMkLst>
            <pc:docMk/>
            <pc:sldMk cId="822144971" sldId="344"/>
            <ac:spMk id="2" creationId="{44AD3773-74FC-5198-081C-DFBA4BB6E5DB}"/>
          </ac:spMkLst>
        </pc:spChg>
        <pc:spChg chg="mod">
          <ac:chgData name="Niyah Miller" userId="S::millen22@mcmaster.ca::000bc8f7-40e1-46a6-a6d3-110603d7eab7" providerId="AD" clId="Web-{913D7076-AD50-31D7-4A2E-FEF4C833E46F}" dt="2025-01-23T20:03:10.737" v="30" actId="14100"/>
          <ac:spMkLst>
            <pc:docMk/>
            <pc:sldMk cId="822144971" sldId="344"/>
            <ac:spMk id="3" creationId="{770303AE-69BF-791C-294D-ADA2AD019D74}"/>
          </ac:spMkLst>
        </pc:spChg>
      </pc:sldChg>
    </pc:docChg>
  </pc:docChgLst>
  <pc:docChgLst>
    <pc:chgData name="Ramil Jiwani" userId="S::jiwanr4@mcmaster.ca::2fd802a9-f245-438b-9dfb-b4660623ebfb" providerId="AD" clId="Web-{92305272-8479-6A48-8298-56AE1EB1A596}"/>
    <pc:docChg chg="delSld modSld sldOrd">
      <pc:chgData name="Ramil Jiwani" userId="S::jiwanr4@mcmaster.ca::2fd802a9-f245-438b-9dfb-b4660623ebfb" providerId="AD" clId="Web-{92305272-8479-6A48-8298-56AE1EB1A596}" dt="2025-01-23T20:20:04.368" v="274"/>
      <pc:docMkLst>
        <pc:docMk/>
      </pc:docMkLst>
      <pc:sldChg chg="modSp">
        <pc:chgData name="Ramil Jiwani" userId="S::jiwanr4@mcmaster.ca::2fd802a9-f245-438b-9dfb-b4660623ebfb" providerId="AD" clId="Web-{92305272-8479-6A48-8298-56AE1EB1A596}" dt="2025-01-23T20:17:24.258" v="265" actId="1076"/>
        <pc:sldMkLst>
          <pc:docMk/>
          <pc:sldMk cId="643777997" sldId="266"/>
        </pc:sldMkLst>
        <pc:spChg chg="mod">
          <ac:chgData name="Ramil Jiwani" userId="S::jiwanr4@mcmaster.ca::2fd802a9-f245-438b-9dfb-b4660623ebfb" providerId="AD" clId="Web-{92305272-8479-6A48-8298-56AE1EB1A596}" dt="2025-01-23T20:17:24.258" v="265" actId="1076"/>
          <ac:spMkLst>
            <pc:docMk/>
            <pc:sldMk cId="643777997" sldId="266"/>
            <ac:spMk id="3" creationId="{05948542-FCE1-3AE6-C6C9-17975609DF70}"/>
          </ac:spMkLst>
        </pc:spChg>
      </pc:sldChg>
      <pc:sldChg chg="addSp delSp modSp">
        <pc:chgData name="Ramil Jiwani" userId="S::jiwanr4@mcmaster.ca::2fd802a9-f245-438b-9dfb-b4660623ebfb" providerId="AD" clId="Web-{92305272-8479-6A48-8298-56AE1EB1A596}" dt="2025-01-23T20:20:04.368" v="274"/>
        <pc:sldMkLst>
          <pc:docMk/>
          <pc:sldMk cId="855215445" sldId="325"/>
        </pc:sldMkLst>
        <pc:spChg chg="add mod ord">
          <ac:chgData name="Ramil Jiwani" userId="S::jiwanr4@mcmaster.ca::2fd802a9-f245-438b-9dfb-b4660623ebfb" providerId="AD" clId="Web-{92305272-8479-6A48-8298-56AE1EB1A596}" dt="2025-01-23T20:20:04.368" v="274"/>
          <ac:spMkLst>
            <pc:docMk/>
            <pc:sldMk cId="855215445" sldId="325"/>
            <ac:spMk id="5" creationId="{0C94AD64-57F0-10B3-AD11-07AD44461D20}"/>
          </ac:spMkLst>
        </pc:spChg>
        <pc:picChg chg="add del mod">
          <ac:chgData name="Ramil Jiwani" userId="S::jiwanr4@mcmaster.ca::2fd802a9-f245-438b-9dfb-b4660623ebfb" providerId="AD" clId="Web-{92305272-8479-6A48-8298-56AE1EB1A596}" dt="2025-01-23T20:12:58.070" v="248"/>
          <ac:picMkLst>
            <pc:docMk/>
            <pc:sldMk cId="855215445" sldId="325"/>
            <ac:picMk id="3" creationId="{CABF1ACA-0522-5D19-072C-76A3B85FD8A4}"/>
          </ac:picMkLst>
        </pc:picChg>
        <pc:picChg chg="mod">
          <ac:chgData name="Ramil Jiwani" userId="S::jiwanr4@mcmaster.ca::2fd802a9-f245-438b-9dfb-b4660623ebfb" providerId="AD" clId="Web-{92305272-8479-6A48-8298-56AE1EB1A596}" dt="2025-01-23T20:19:23.462" v="267"/>
          <ac:picMkLst>
            <pc:docMk/>
            <pc:sldMk cId="855215445" sldId="325"/>
            <ac:picMk id="3074" creationId="{09D8398D-1DEA-AC8E-5749-FBBA046AF61F}"/>
          </ac:picMkLst>
        </pc:picChg>
      </pc:sldChg>
      <pc:sldChg chg="modSp">
        <pc:chgData name="Ramil Jiwani" userId="S::jiwanr4@mcmaster.ca::2fd802a9-f245-438b-9dfb-b4660623ebfb" providerId="AD" clId="Web-{92305272-8479-6A48-8298-56AE1EB1A596}" dt="2025-01-23T20:04:43.053" v="239" actId="14100"/>
        <pc:sldMkLst>
          <pc:docMk/>
          <pc:sldMk cId="2910866480" sldId="326"/>
        </pc:sldMkLst>
        <pc:spChg chg="mod">
          <ac:chgData name="Ramil Jiwani" userId="S::jiwanr4@mcmaster.ca::2fd802a9-f245-438b-9dfb-b4660623ebfb" providerId="AD" clId="Web-{92305272-8479-6A48-8298-56AE1EB1A596}" dt="2025-01-23T19:51:33.098" v="135" actId="14100"/>
          <ac:spMkLst>
            <pc:docMk/>
            <pc:sldMk cId="2910866480" sldId="326"/>
            <ac:spMk id="2" creationId="{9A3EB422-1287-FCEB-63CE-599FDC8468D8}"/>
          </ac:spMkLst>
        </pc:spChg>
        <pc:spChg chg="mod">
          <ac:chgData name="Ramil Jiwani" userId="S::jiwanr4@mcmaster.ca::2fd802a9-f245-438b-9dfb-b4660623ebfb" providerId="AD" clId="Web-{92305272-8479-6A48-8298-56AE1EB1A596}" dt="2025-01-23T20:04:43.053" v="239" actId="14100"/>
          <ac:spMkLst>
            <pc:docMk/>
            <pc:sldMk cId="2910866480" sldId="326"/>
            <ac:spMk id="3" creationId="{4D038CD2-9585-7E51-5359-D52935A77DF0}"/>
          </ac:spMkLst>
        </pc:spChg>
        <pc:picChg chg="mod">
          <ac:chgData name="Ramil Jiwani" userId="S::jiwanr4@mcmaster.ca::2fd802a9-f245-438b-9dfb-b4660623ebfb" providerId="AD" clId="Web-{92305272-8479-6A48-8298-56AE1EB1A596}" dt="2025-01-23T19:57:40.443" v="209" actId="14100"/>
          <ac:picMkLst>
            <pc:docMk/>
            <pc:sldMk cId="2910866480" sldId="326"/>
            <ac:picMk id="1026" creationId="{5A86A466-90A8-9B07-D72A-D1C0F4F9A8C0}"/>
          </ac:picMkLst>
        </pc:picChg>
      </pc:sldChg>
      <pc:sldChg chg="addSp modSp">
        <pc:chgData name="Ramil Jiwani" userId="S::jiwanr4@mcmaster.ca::2fd802a9-f245-438b-9dfb-b4660623ebfb" providerId="AD" clId="Web-{92305272-8479-6A48-8298-56AE1EB1A596}" dt="2025-01-23T20:13:33.008" v="260" actId="1076"/>
        <pc:sldMkLst>
          <pc:docMk/>
          <pc:sldMk cId="487522735" sldId="340"/>
        </pc:sldMkLst>
        <pc:spChg chg="mod">
          <ac:chgData name="Ramil Jiwani" userId="S::jiwanr4@mcmaster.ca::2fd802a9-f245-438b-9dfb-b4660623ebfb" providerId="AD" clId="Web-{92305272-8479-6A48-8298-56AE1EB1A596}" dt="2025-01-23T20:08:49.757" v="244" actId="20577"/>
          <ac:spMkLst>
            <pc:docMk/>
            <pc:sldMk cId="487522735" sldId="340"/>
            <ac:spMk id="4" creationId="{A704BCD3-171F-C06E-AC4E-108832525DF4}"/>
          </ac:spMkLst>
        </pc:spChg>
        <pc:picChg chg="add mod modCrop">
          <ac:chgData name="Ramil Jiwani" userId="S::jiwanr4@mcmaster.ca::2fd802a9-f245-438b-9dfb-b4660623ebfb" providerId="AD" clId="Web-{92305272-8479-6A48-8298-56AE1EB1A596}" dt="2025-01-23T20:13:33.008" v="260" actId="1076"/>
          <ac:picMkLst>
            <pc:docMk/>
            <pc:sldMk cId="487522735" sldId="340"/>
            <ac:picMk id="3" creationId="{BA3C45EF-4305-C7B2-1BE5-25BCAC4E248A}"/>
          </ac:picMkLst>
        </pc:picChg>
      </pc:sldChg>
      <pc:sldChg chg="del">
        <pc:chgData name="Ramil Jiwani" userId="S::jiwanr4@mcmaster.ca::2fd802a9-f245-438b-9dfb-b4660623ebfb" providerId="AD" clId="Web-{92305272-8479-6A48-8298-56AE1EB1A596}" dt="2025-01-23T20:01:12.834" v="220"/>
        <pc:sldMkLst>
          <pc:docMk/>
          <pc:sldMk cId="3740492016" sldId="341"/>
        </pc:sldMkLst>
      </pc:sldChg>
      <pc:sldChg chg="addSp delSp modSp">
        <pc:chgData name="Ramil Jiwani" userId="S::jiwanr4@mcmaster.ca::2fd802a9-f245-438b-9dfb-b4660623ebfb" providerId="AD" clId="Web-{92305272-8479-6A48-8298-56AE1EB1A596}" dt="2025-01-23T19:59:16.443" v="212"/>
        <pc:sldMkLst>
          <pc:docMk/>
          <pc:sldMk cId="1383864905" sldId="342"/>
        </pc:sldMkLst>
        <pc:spChg chg="del">
          <ac:chgData name="Ramil Jiwani" userId="S::jiwanr4@mcmaster.ca::2fd802a9-f245-438b-9dfb-b4660623ebfb" providerId="AD" clId="Web-{92305272-8479-6A48-8298-56AE1EB1A596}" dt="2025-01-23T19:59:16.443" v="212"/>
          <ac:spMkLst>
            <pc:docMk/>
            <pc:sldMk cId="1383864905" sldId="342"/>
            <ac:spMk id="4" creationId="{D1EA2968-E538-7C1D-C82D-5CC8B3105446}"/>
          </ac:spMkLst>
        </pc:spChg>
        <pc:picChg chg="add mod ord">
          <ac:chgData name="Ramil Jiwani" userId="S::jiwanr4@mcmaster.ca::2fd802a9-f245-438b-9dfb-b4660623ebfb" providerId="AD" clId="Web-{92305272-8479-6A48-8298-56AE1EB1A596}" dt="2025-01-23T19:59:16.443" v="212"/>
          <ac:picMkLst>
            <pc:docMk/>
            <pc:sldMk cId="1383864905" sldId="342"/>
            <ac:picMk id="5" creationId="{D523FF60-FC09-3AF4-1D26-EA4C88920132}"/>
          </ac:picMkLst>
        </pc:picChg>
      </pc:sldChg>
      <pc:sldChg chg="modSp ord">
        <pc:chgData name="Ramil Jiwani" userId="S::jiwanr4@mcmaster.ca::2fd802a9-f245-438b-9dfb-b4660623ebfb" providerId="AD" clId="Web-{92305272-8479-6A48-8298-56AE1EB1A596}" dt="2025-01-23T20:13:55.179" v="261" actId="14100"/>
        <pc:sldMkLst>
          <pc:docMk/>
          <pc:sldMk cId="446300987" sldId="343"/>
        </pc:sldMkLst>
        <pc:spChg chg="mod">
          <ac:chgData name="Ramil Jiwani" userId="S::jiwanr4@mcmaster.ca::2fd802a9-f245-438b-9dfb-b4660623ebfb" providerId="AD" clId="Web-{92305272-8479-6A48-8298-56AE1EB1A596}" dt="2025-01-23T20:13:55.179" v="261" actId="14100"/>
          <ac:spMkLst>
            <pc:docMk/>
            <pc:sldMk cId="446300987" sldId="343"/>
            <ac:spMk id="2" creationId="{44AD3773-74FC-5198-081C-DFBA4BB6E5DB}"/>
          </ac:spMkLst>
        </pc:spChg>
      </pc:sldChg>
      <pc:sldChg chg="addSp delSp modSp ord">
        <pc:chgData name="Ramil Jiwani" userId="S::jiwanr4@mcmaster.ca::2fd802a9-f245-438b-9dfb-b4660623ebfb" providerId="AD" clId="Web-{92305272-8479-6A48-8298-56AE1EB1A596}" dt="2025-01-23T19:58:25.005" v="211"/>
        <pc:sldMkLst>
          <pc:docMk/>
          <pc:sldMk cId="822144971" sldId="344"/>
        </pc:sldMkLst>
        <pc:spChg chg="del">
          <ac:chgData name="Ramil Jiwani" userId="S::jiwanr4@mcmaster.ca::2fd802a9-f245-438b-9dfb-b4660623ebfb" providerId="AD" clId="Web-{92305272-8479-6A48-8298-56AE1EB1A596}" dt="2025-01-23T19:58:25.005" v="211"/>
          <ac:spMkLst>
            <pc:docMk/>
            <pc:sldMk cId="822144971" sldId="344"/>
            <ac:spMk id="4" creationId="{D1EA2968-E538-7C1D-C82D-5CC8B3105446}"/>
          </ac:spMkLst>
        </pc:spChg>
        <pc:picChg chg="add mod ord">
          <ac:chgData name="Ramil Jiwani" userId="S::jiwanr4@mcmaster.ca::2fd802a9-f245-438b-9dfb-b4660623ebfb" providerId="AD" clId="Web-{92305272-8479-6A48-8298-56AE1EB1A596}" dt="2025-01-23T19:58:25.005" v="211"/>
          <ac:picMkLst>
            <pc:docMk/>
            <pc:sldMk cId="822144971" sldId="344"/>
            <ac:picMk id="5" creationId="{96491B6C-C084-AD83-93CF-825387000D5E}"/>
          </ac:picMkLst>
        </pc:picChg>
      </pc:sldChg>
      <pc:sldChg chg="modSp">
        <pc:chgData name="Ramil Jiwani" userId="S::jiwanr4@mcmaster.ca::2fd802a9-f245-438b-9dfb-b4660623ebfb" providerId="AD" clId="Web-{92305272-8479-6A48-8298-56AE1EB1A596}" dt="2025-01-23T20:03:53.709" v="226" actId="20577"/>
        <pc:sldMkLst>
          <pc:docMk/>
          <pc:sldMk cId="2973059701" sldId="346"/>
        </pc:sldMkLst>
        <pc:spChg chg="mod">
          <ac:chgData name="Ramil Jiwani" userId="S::jiwanr4@mcmaster.ca::2fd802a9-f245-438b-9dfb-b4660623ebfb" providerId="AD" clId="Web-{92305272-8479-6A48-8298-56AE1EB1A596}" dt="2025-01-23T20:03:53.709" v="226" actId="20577"/>
          <ac:spMkLst>
            <pc:docMk/>
            <pc:sldMk cId="2973059701" sldId="346"/>
            <ac:spMk id="2055" creationId="{22D3F085-AAEF-D86A-35FA-D7F984662DD5}"/>
          </ac:spMkLst>
        </pc:spChg>
      </pc:sldChg>
      <pc:sldChg chg="addSp delSp modSp">
        <pc:chgData name="Ramil Jiwani" userId="S::jiwanr4@mcmaster.ca::2fd802a9-f245-438b-9dfb-b4660623ebfb" providerId="AD" clId="Web-{92305272-8479-6A48-8298-56AE1EB1A596}" dt="2025-01-23T20:04:09.006" v="233" actId="1076"/>
        <pc:sldMkLst>
          <pc:docMk/>
          <pc:sldMk cId="1955609685" sldId="347"/>
        </pc:sldMkLst>
        <pc:spChg chg="mod">
          <ac:chgData name="Ramil Jiwani" userId="S::jiwanr4@mcmaster.ca::2fd802a9-f245-438b-9dfb-b4660623ebfb" providerId="AD" clId="Web-{92305272-8479-6A48-8298-56AE1EB1A596}" dt="2025-01-23T19:59:46.396" v="213" actId="20577"/>
          <ac:spMkLst>
            <pc:docMk/>
            <pc:sldMk cId="1955609685" sldId="347"/>
            <ac:spMk id="2" creationId="{44AD3773-74FC-5198-081C-DFBA4BB6E5DB}"/>
          </ac:spMkLst>
        </pc:spChg>
        <pc:spChg chg="mod">
          <ac:chgData name="Ramil Jiwani" userId="S::jiwanr4@mcmaster.ca::2fd802a9-f245-438b-9dfb-b4660623ebfb" providerId="AD" clId="Web-{92305272-8479-6A48-8298-56AE1EB1A596}" dt="2025-01-23T20:04:09.006" v="233" actId="1076"/>
          <ac:spMkLst>
            <pc:docMk/>
            <pc:sldMk cId="1955609685" sldId="347"/>
            <ac:spMk id="3" creationId="{770303AE-69BF-791C-294D-ADA2AD019D74}"/>
          </ac:spMkLst>
        </pc:spChg>
        <pc:spChg chg="del">
          <ac:chgData name="Ramil Jiwani" userId="S::jiwanr4@mcmaster.ca::2fd802a9-f245-438b-9dfb-b4660623ebfb" providerId="AD" clId="Web-{92305272-8479-6A48-8298-56AE1EB1A596}" dt="2025-01-23T19:59:47.115" v="214"/>
          <ac:spMkLst>
            <pc:docMk/>
            <pc:sldMk cId="1955609685" sldId="347"/>
            <ac:spMk id="4" creationId="{D1EA2968-E538-7C1D-C82D-5CC8B3105446}"/>
          </ac:spMkLst>
        </pc:spChg>
        <pc:spChg chg="mod">
          <ac:chgData name="Ramil Jiwani" userId="S::jiwanr4@mcmaster.ca::2fd802a9-f245-438b-9dfb-b4660623ebfb" providerId="AD" clId="Web-{92305272-8479-6A48-8298-56AE1EB1A596}" dt="2025-01-23T20:04:04.397" v="232" actId="20577"/>
          <ac:spMkLst>
            <pc:docMk/>
            <pc:sldMk cId="1955609685" sldId="347"/>
            <ac:spMk id="6" creationId="{F036D0C6-9A03-1CE7-65E6-4C50B55A7F3E}"/>
          </ac:spMkLst>
        </pc:spChg>
        <pc:picChg chg="add mod ord modCrop">
          <ac:chgData name="Ramil Jiwani" userId="S::jiwanr4@mcmaster.ca::2fd802a9-f245-438b-9dfb-b4660623ebfb" providerId="AD" clId="Web-{92305272-8479-6A48-8298-56AE1EB1A596}" dt="2025-01-23T20:00:20.662" v="219" actId="1076"/>
          <ac:picMkLst>
            <pc:docMk/>
            <pc:sldMk cId="1955609685" sldId="347"/>
            <ac:picMk id="5" creationId="{02F3DEB7-BFE7-9A17-C02A-1CFC2B8D61B9}"/>
          </ac:picMkLst>
        </pc:picChg>
      </pc:sldChg>
    </pc:docChg>
  </pc:docChgLst>
  <pc:docChgLst>
    <pc:chgData name="Seher Mian" userId="01b2248e-ffca-4559-86db-43cf96bc4efd" providerId="ADAL" clId="{61738C09-5BA2-412B-93B0-E1A07E19EDEB}"/>
    <pc:docChg chg="undo custSel addSld delSld modSld sldOrd">
      <pc:chgData name="Seher Mian" userId="01b2248e-ffca-4559-86db-43cf96bc4efd" providerId="ADAL" clId="{61738C09-5BA2-412B-93B0-E1A07E19EDEB}" dt="2025-01-23T20:21:53.528" v="218" actId="20577"/>
      <pc:docMkLst>
        <pc:docMk/>
      </pc:docMkLst>
      <pc:sldChg chg="modSp mod">
        <pc:chgData name="Seher Mian" userId="01b2248e-ffca-4559-86db-43cf96bc4efd" providerId="ADAL" clId="{61738C09-5BA2-412B-93B0-E1A07E19EDEB}" dt="2025-01-23T20:16:32.166" v="176" actId="2710"/>
        <pc:sldMkLst>
          <pc:docMk/>
          <pc:sldMk cId="643777997" sldId="266"/>
        </pc:sldMkLst>
        <pc:spChg chg="mod">
          <ac:chgData name="Seher Mian" userId="01b2248e-ffca-4559-86db-43cf96bc4efd" providerId="ADAL" clId="{61738C09-5BA2-412B-93B0-E1A07E19EDEB}" dt="2025-01-23T20:16:32.166" v="176" actId="2710"/>
          <ac:spMkLst>
            <pc:docMk/>
            <pc:sldMk cId="643777997" sldId="266"/>
            <ac:spMk id="3" creationId="{05948542-FCE1-3AE6-C6C9-17975609DF70}"/>
          </ac:spMkLst>
        </pc:spChg>
      </pc:sldChg>
      <pc:sldChg chg="addSp modSp mod setBg">
        <pc:chgData name="Seher Mian" userId="01b2248e-ffca-4559-86db-43cf96bc4efd" providerId="ADAL" clId="{61738C09-5BA2-412B-93B0-E1A07E19EDEB}" dt="2025-01-23T20:18:50.451" v="190" actId="1076"/>
        <pc:sldMkLst>
          <pc:docMk/>
          <pc:sldMk cId="855215445" sldId="325"/>
        </pc:sldMkLst>
        <pc:spChg chg="mod">
          <ac:chgData name="Seher Mian" userId="01b2248e-ffca-4559-86db-43cf96bc4efd" providerId="ADAL" clId="{61738C09-5BA2-412B-93B0-E1A07E19EDEB}" dt="2025-01-23T20:18:44.450" v="188" actId="1076"/>
          <ac:spMkLst>
            <pc:docMk/>
            <pc:sldMk cId="855215445" sldId="325"/>
            <ac:spMk id="4" creationId="{305E10E9-9AB7-0642-D4C4-DDFDAB7B5B2C}"/>
          </ac:spMkLst>
        </pc:spChg>
        <pc:picChg chg="add mod">
          <ac:chgData name="Seher Mian" userId="01b2248e-ffca-4559-86db-43cf96bc4efd" providerId="ADAL" clId="{61738C09-5BA2-412B-93B0-E1A07E19EDEB}" dt="2025-01-23T20:18:50.451" v="190" actId="1076"/>
          <ac:picMkLst>
            <pc:docMk/>
            <pc:sldMk cId="855215445" sldId="325"/>
            <ac:picMk id="3074" creationId="{09D8398D-1DEA-AC8E-5749-FBBA046AF61F}"/>
          </ac:picMkLst>
        </pc:picChg>
      </pc:sldChg>
      <pc:sldChg chg="addSp delSp modSp mod">
        <pc:chgData name="Seher Mian" userId="01b2248e-ffca-4559-86db-43cf96bc4efd" providerId="ADAL" clId="{61738C09-5BA2-412B-93B0-E1A07E19EDEB}" dt="2025-01-23T20:20:27.832" v="191" actId="313"/>
        <pc:sldMkLst>
          <pc:docMk/>
          <pc:sldMk cId="2910866480" sldId="326"/>
        </pc:sldMkLst>
        <pc:spChg chg="mod">
          <ac:chgData name="Seher Mian" userId="01b2248e-ffca-4559-86db-43cf96bc4efd" providerId="ADAL" clId="{61738C09-5BA2-412B-93B0-E1A07E19EDEB}" dt="2025-01-23T20:20:27.832" v="191" actId="313"/>
          <ac:spMkLst>
            <pc:docMk/>
            <pc:sldMk cId="2910866480" sldId="326"/>
            <ac:spMk id="3" creationId="{4D038CD2-9585-7E51-5359-D52935A77DF0}"/>
          </ac:spMkLst>
        </pc:spChg>
        <pc:spChg chg="del">
          <ac:chgData name="Seher Mian" userId="01b2248e-ffca-4559-86db-43cf96bc4efd" providerId="ADAL" clId="{61738C09-5BA2-412B-93B0-E1A07E19EDEB}" dt="2025-01-23T19:50:02.768" v="0"/>
          <ac:spMkLst>
            <pc:docMk/>
            <pc:sldMk cId="2910866480" sldId="326"/>
            <ac:spMk id="5" creationId="{D8F8B632-07C4-84C8-C1BC-8BF695BC14E1}"/>
          </ac:spMkLst>
        </pc:spChg>
        <pc:picChg chg="add mod">
          <ac:chgData name="Seher Mian" userId="01b2248e-ffca-4559-86db-43cf96bc4efd" providerId="ADAL" clId="{61738C09-5BA2-412B-93B0-E1A07E19EDEB}" dt="2025-01-23T19:50:02.768" v="0"/>
          <ac:picMkLst>
            <pc:docMk/>
            <pc:sldMk cId="2910866480" sldId="326"/>
            <ac:picMk id="1026" creationId="{5A86A466-90A8-9B07-D72A-D1C0F4F9A8C0}"/>
          </ac:picMkLst>
        </pc:picChg>
      </pc:sldChg>
      <pc:sldChg chg="modSp mod">
        <pc:chgData name="Seher Mian" userId="01b2248e-ffca-4559-86db-43cf96bc4efd" providerId="ADAL" clId="{61738C09-5BA2-412B-93B0-E1A07E19EDEB}" dt="2025-01-23T20:21:53.528" v="218" actId="20577"/>
        <pc:sldMkLst>
          <pc:docMk/>
          <pc:sldMk cId="487522735" sldId="340"/>
        </pc:sldMkLst>
        <pc:spChg chg="mod">
          <ac:chgData name="Seher Mian" userId="01b2248e-ffca-4559-86db-43cf96bc4efd" providerId="ADAL" clId="{61738C09-5BA2-412B-93B0-E1A07E19EDEB}" dt="2025-01-23T20:21:53.528" v="218" actId="20577"/>
          <ac:spMkLst>
            <pc:docMk/>
            <pc:sldMk cId="487522735" sldId="340"/>
            <ac:spMk id="4" creationId="{A704BCD3-171F-C06E-AC4E-108832525DF4}"/>
          </ac:spMkLst>
        </pc:spChg>
      </pc:sldChg>
      <pc:sldChg chg="modSp mod">
        <pc:chgData name="Seher Mian" userId="01b2248e-ffca-4559-86db-43cf96bc4efd" providerId="ADAL" clId="{61738C09-5BA2-412B-93B0-E1A07E19EDEB}" dt="2025-01-23T20:21:08.985" v="204" actId="14100"/>
        <pc:sldMkLst>
          <pc:docMk/>
          <pc:sldMk cId="1383864905" sldId="342"/>
        </pc:sldMkLst>
        <pc:spChg chg="mod">
          <ac:chgData name="Seher Mian" userId="01b2248e-ffca-4559-86db-43cf96bc4efd" providerId="ADAL" clId="{61738C09-5BA2-412B-93B0-E1A07E19EDEB}" dt="2025-01-23T20:20:40.950" v="192" actId="403"/>
          <ac:spMkLst>
            <pc:docMk/>
            <pc:sldMk cId="1383864905" sldId="342"/>
            <ac:spMk id="2" creationId="{44AD3773-74FC-5198-081C-DFBA4BB6E5DB}"/>
          </ac:spMkLst>
        </pc:spChg>
        <pc:spChg chg="mod">
          <ac:chgData name="Seher Mian" userId="01b2248e-ffca-4559-86db-43cf96bc4efd" providerId="ADAL" clId="{61738C09-5BA2-412B-93B0-E1A07E19EDEB}" dt="2025-01-23T20:21:08.985" v="204" actId="14100"/>
          <ac:spMkLst>
            <pc:docMk/>
            <pc:sldMk cId="1383864905" sldId="342"/>
            <ac:spMk id="3" creationId="{770303AE-69BF-791C-294D-ADA2AD019D74}"/>
          </ac:spMkLst>
        </pc:spChg>
        <pc:picChg chg="mod">
          <ac:chgData name="Seher Mian" userId="01b2248e-ffca-4559-86db-43cf96bc4efd" providerId="ADAL" clId="{61738C09-5BA2-412B-93B0-E1A07E19EDEB}" dt="2025-01-23T20:13:06.973" v="154" actId="14100"/>
          <ac:picMkLst>
            <pc:docMk/>
            <pc:sldMk cId="1383864905" sldId="342"/>
            <ac:picMk id="5" creationId="{D523FF60-FC09-3AF4-1D26-EA4C88920132}"/>
          </ac:picMkLst>
        </pc:picChg>
      </pc:sldChg>
      <pc:sldChg chg="addSp delSp modSp mod modClrScheme chgLayout">
        <pc:chgData name="Seher Mian" userId="01b2248e-ffca-4559-86db-43cf96bc4efd" providerId="ADAL" clId="{61738C09-5BA2-412B-93B0-E1A07E19EDEB}" dt="2025-01-23T20:15:09.320" v="167" actId="2711"/>
        <pc:sldMkLst>
          <pc:docMk/>
          <pc:sldMk cId="446300987" sldId="343"/>
        </pc:sldMkLst>
        <pc:spChg chg="mod ord">
          <ac:chgData name="Seher Mian" userId="01b2248e-ffca-4559-86db-43cf96bc4efd" providerId="ADAL" clId="{61738C09-5BA2-412B-93B0-E1A07E19EDEB}" dt="2025-01-23T20:15:09.320" v="167" actId="2711"/>
          <ac:spMkLst>
            <pc:docMk/>
            <pc:sldMk cId="446300987" sldId="343"/>
            <ac:spMk id="2" creationId="{44AD3773-74FC-5198-081C-DFBA4BB6E5DB}"/>
          </ac:spMkLst>
        </pc:spChg>
        <pc:spChg chg="add del mod ord">
          <ac:chgData name="Seher Mian" userId="01b2248e-ffca-4559-86db-43cf96bc4efd" providerId="ADAL" clId="{61738C09-5BA2-412B-93B0-E1A07E19EDEB}" dt="2025-01-23T20:14:07.067" v="165" actId="403"/>
          <ac:spMkLst>
            <pc:docMk/>
            <pc:sldMk cId="446300987" sldId="343"/>
            <ac:spMk id="3" creationId="{770303AE-69BF-791C-294D-ADA2AD019D74}"/>
          </ac:spMkLst>
        </pc:spChg>
        <pc:spChg chg="add del mod">
          <ac:chgData name="Seher Mian" userId="01b2248e-ffca-4559-86db-43cf96bc4efd" providerId="ADAL" clId="{61738C09-5BA2-412B-93B0-E1A07E19EDEB}" dt="2025-01-23T20:11:32.359" v="137" actId="21"/>
          <ac:spMkLst>
            <pc:docMk/>
            <pc:sldMk cId="446300987" sldId="343"/>
            <ac:spMk id="7" creationId="{A817D9A0-0EB6-8BEA-46B4-4F0DB9A2767E}"/>
          </ac:spMkLst>
        </pc:spChg>
        <pc:picChg chg="mod ord">
          <ac:chgData name="Seher Mian" userId="01b2248e-ffca-4559-86db-43cf96bc4efd" providerId="ADAL" clId="{61738C09-5BA2-412B-93B0-E1A07E19EDEB}" dt="2025-01-23T20:12:32.731" v="150" actId="1076"/>
          <ac:picMkLst>
            <pc:docMk/>
            <pc:sldMk cId="446300987" sldId="343"/>
            <ac:picMk id="5" creationId="{257F97DE-3DB1-FCC9-B544-C58CA5AA55D6}"/>
          </ac:picMkLst>
        </pc:picChg>
      </pc:sldChg>
      <pc:sldChg chg="modSp mod">
        <pc:chgData name="Seher Mian" userId="01b2248e-ffca-4559-86db-43cf96bc4efd" providerId="ADAL" clId="{61738C09-5BA2-412B-93B0-E1A07E19EDEB}" dt="2025-01-23T20:15:01.261" v="166" actId="2711"/>
        <pc:sldMkLst>
          <pc:docMk/>
          <pc:sldMk cId="822144971" sldId="344"/>
        </pc:sldMkLst>
        <pc:spChg chg="mod">
          <ac:chgData name="Seher Mian" userId="01b2248e-ffca-4559-86db-43cf96bc4efd" providerId="ADAL" clId="{61738C09-5BA2-412B-93B0-E1A07E19EDEB}" dt="2025-01-23T20:15:01.261" v="166" actId="2711"/>
          <ac:spMkLst>
            <pc:docMk/>
            <pc:sldMk cId="822144971" sldId="344"/>
            <ac:spMk id="2" creationId="{44AD3773-74FC-5198-081C-DFBA4BB6E5DB}"/>
          </ac:spMkLst>
        </pc:spChg>
        <pc:spChg chg="mod">
          <ac:chgData name="Seher Mian" userId="01b2248e-ffca-4559-86db-43cf96bc4efd" providerId="ADAL" clId="{61738C09-5BA2-412B-93B0-E1A07E19EDEB}" dt="2025-01-23T20:12:51.092" v="153" actId="27636"/>
          <ac:spMkLst>
            <pc:docMk/>
            <pc:sldMk cId="822144971" sldId="344"/>
            <ac:spMk id="3" creationId="{770303AE-69BF-791C-294D-ADA2AD019D74}"/>
          </ac:spMkLst>
        </pc:spChg>
        <pc:picChg chg="mod">
          <ac:chgData name="Seher Mian" userId="01b2248e-ffca-4559-86db-43cf96bc4efd" providerId="ADAL" clId="{61738C09-5BA2-412B-93B0-E1A07E19EDEB}" dt="2025-01-23T20:02:14.444" v="63" actId="14100"/>
          <ac:picMkLst>
            <pc:docMk/>
            <pc:sldMk cId="822144971" sldId="344"/>
            <ac:picMk id="5" creationId="{96491B6C-C084-AD83-93CF-825387000D5E}"/>
          </ac:picMkLst>
        </pc:picChg>
      </pc:sldChg>
      <pc:sldChg chg="add del ord">
        <pc:chgData name="Seher Mian" userId="01b2248e-ffca-4559-86db-43cf96bc4efd" providerId="ADAL" clId="{61738C09-5BA2-412B-93B0-E1A07E19EDEB}" dt="2025-01-23T19:57:06.262" v="8"/>
        <pc:sldMkLst>
          <pc:docMk/>
          <pc:sldMk cId="3970768906" sldId="345"/>
        </pc:sldMkLst>
      </pc:sldChg>
      <pc:sldChg chg="addSp delSp modSp mod modClrScheme chgLayout">
        <pc:chgData name="Seher Mian" userId="01b2248e-ffca-4559-86db-43cf96bc4efd" providerId="ADAL" clId="{61738C09-5BA2-412B-93B0-E1A07E19EDEB}" dt="2025-01-23T20:17:16.293" v="179" actId="1076"/>
        <pc:sldMkLst>
          <pc:docMk/>
          <pc:sldMk cId="2973059701" sldId="346"/>
        </pc:sldMkLst>
        <pc:spChg chg="mod">
          <ac:chgData name="Seher Mian" userId="01b2248e-ffca-4559-86db-43cf96bc4efd" providerId="ADAL" clId="{61738C09-5BA2-412B-93B0-E1A07E19EDEB}" dt="2025-01-23T20:15:41.484" v="173" actId="2711"/>
          <ac:spMkLst>
            <pc:docMk/>
            <pc:sldMk cId="2973059701" sldId="346"/>
            <ac:spMk id="2" creationId="{44AD3773-74FC-5198-081C-DFBA4BB6E5DB}"/>
          </ac:spMkLst>
        </pc:spChg>
        <pc:spChg chg="del">
          <ac:chgData name="Seher Mian" userId="01b2248e-ffca-4559-86db-43cf96bc4efd" providerId="ADAL" clId="{61738C09-5BA2-412B-93B0-E1A07E19EDEB}" dt="2025-01-23T19:55:38.998" v="4" actId="26606"/>
          <ac:spMkLst>
            <pc:docMk/>
            <pc:sldMk cId="2973059701" sldId="346"/>
            <ac:spMk id="3" creationId="{770303AE-69BF-791C-294D-ADA2AD019D74}"/>
          </ac:spMkLst>
        </pc:spChg>
        <pc:spChg chg="del">
          <ac:chgData name="Seher Mian" userId="01b2248e-ffca-4559-86db-43cf96bc4efd" providerId="ADAL" clId="{61738C09-5BA2-412B-93B0-E1A07E19EDEB}" dt="2025-01-23T19:55:34.321" v="3"/>
          <ac:spMkLst>
            <pc:docMk/>
            <pc:sldMk cId="2973059701" sldId="346"/>
            <ac:spMk id="4" creationId="{D1EA2968-E538-7C1D-C82D-5CC8B3105446}"/>
          </ac:spMkLst>
        </pc:spChg>
        <pc:spChg chg="add mod">
          <ac:chgData name="Seher Mian" userId="01b2248e-ffca-4559-86db-43cf96bc4efd" providerId="ADAL" clId="{61738C09-5BA2-412B-93B0-E1A07E19EDEB}" dt="2025-01-23T20:17:11.460" v="178" actId="403"/>
          <ac:spMkLst>
            <pc:docMk/>
            <pc:sldMk cId="2973059701" sldId="346"/>
            <ac:spMk id="2055" creationId="{22D3F085-AAEF-D86A-35FA-D7F984662DD5}"/>
          </ac:spMkLst>
        </pc:spChg>
        <pc:picChg chg="add mod">
          <ac:chgData name="Seher Mian" userId="01b2248e-ffca-4559-86db-43cf96bc4efd" providerId="ADAL" clId="{61738C09-5BA2-412B-93B0-E1A07E19EDEB}" dt="2025-01-23T20:17:16.293" v="179" actId="1076"/>
          <ac:picMkLst>
            <pc:docMk/>
            <pc:sldMk cId="2973059701" sldId="346"/>
            <ac:picMk id="2050" creationId="{085CC6CA-99DE-A181-1D64-13F42C8AB55A}"/>
          </ac:picMkLst>
        </pc:picChg>
      </pc:sldChg>
      <pc:sldChg chg="modSp mod">
        <pc:chgData name="Seher Mian" userId="01b2248e-ffca-4559-86db-43cf96bc4efd" providerId="ADAL" clId="{61738C09-5BA2-412B-93B0-E1A07E19EDEB}" dt="2025-01-23T20:21:28.212" v="210" actId="27636"/>
        <pc:sldMkLst>
          <pc:docMk/>
          <pc:sldMk cId="1955609685" sldId="347"/>
        </pc:sldMkLst>
        <pc:spChg chg="mod">
          <ac:chgData name="Seher Mian" userId="01b2248e-ffca-4559-86db-43cf96bc4efd" providerId="ADAL" clId="{61738C09-5BA2-412B-93B0-E1A07E19EDEB}" dt="2025-01-23T20:21:28.212" v="210" actId="27636"/>
          <ac:spMkLst>
            <pc:docMk/>
            <pc:sldMk cId="1955609685" sldId="347"/>
            <ac:spMk id="3" creationId="{770303AE-69BF-791C-294D-ADA2AD019D74}"/>
          </ac:spMkLst>
        </pc:spChg>
        <pc:spChg chg="mod">
          <ac:chgData name="Seher Mian" userId="01b2248e-ffca-4559-86db-43cf96bc4efd" providerId="ADAL" clId="{61738C09-5BA2-412B-93B0-E1A07E19EDEB}" dt="2025-01-23T20:15:30.508" v="171" actId="2711"/>
          <ac:spMkLst>
            <pc:docMk/>
            <pc:sldMk cId="1955609685" sldId="347"/>
            <ac:spMk id="6" creationId="{F036D0C6-9A03-1CE7-65E6-4C50B55A7F3E}"/>
          </ac:spMkLst>
        </pc:spChg>
        <pc:picChg chg="mod">
          <ac:chgData name="Seher Mian" userId="01b2248e-ffca-4559-86db-43cf96bc4efd" providerId="ADAL" clId="{61738C09-5BA2-412B-93B0-E1A07E19EDEB}" dt="2025-01-23T20:09:32.347" v="123" actId="14100"/>
          <ac:picMkLst>
            <pc:docMk/>
            <pc:sldMk cId="1955609685" sldId="347"/>
            <ac:picMk id="5" creationId="{02F3DEB7-BFE7-9A17-C02A-1CFC2B8D61B9}"/>
          </ac:picMkLst>
        </pc:picChg>
      </pc:sldChg>
      <pc:sldChg chg="new del">
        <pc:chgData name="Seher Mian" userId="01b2248e-ffca-4559-86db-43cf96bc4efd" providerId="ADAL" clId="{61738C09-5BA2-412B-93B0-E1A07E19EDEB}" dt="2025-01-23T20:12:00.656" v="140" actId="47"/>
        <pc:sldMkLst>
          <pc:docMk/>
          <pc:sldMk cId="321406019" sldId="349"/>
        </pc:sldMkLst>
      </pc:sldChg>
    </pc:docChg>
  </pc:docChgLst>
  <pc:docChgLst>
    <pc:chgData name="Qianxiang Sun" userId="S::sunq55@mcmaster.ca::5bd24e6b-c227-46f1-8c54-a59bfaf5939f" providerId="AD" clId="Web-{635CAD24-2F48-203A-5FB7-0E4D1B818A37}"/>
    <pc:docChg chg="modSld">
      <pc:chgData name="Qianxiang Sun" userId="S::sunq55@mcmaster.ca::5bd24e6b-c227-46f1-8c54-a59bfaf5939f" providerId="AD" clId="Web-{635CAD24-2F48-203A-5FB7-0E4D1B818A37}" dt="2025-01-23T20:22:13.573" v="6" actId="20577"/>
      <pc:docMkLst>
        <pc:docMk/>
      </pc:docMkLst>
      <pc:sldChg chg="modSp">
        <pc:chgData name="Qianxiang Sun" userId="S::sunq55@mcmaster.ca::5bd24e6b-c227-46f1-8c54-a59bfaf5939f" providerId="AD" clId="Web-{635CAD24-2F48-203A-5FB7-0E4D1B818A37}" dt="2025-01-23T20:22:13.573" v="6" actId="20577"/>
        <pc:sldMkLst>
          <pc:docMk/>
          <pc:sldMk cId="487522735" sldId="340"/>
        </pc:sldMkLst>
        <pc:spChg chg="mod">
          <ac:chgData name="Qianxiang Sun" userId="S::sunq55@mcmaster.ca::5bd24e6b-c227-46f1-8c54-a59bfaf5939f" providerId="AD" clId="Web-{635CAD24-2F48-203A-5FB7-0E4D1B818A37}" dt="2025-01-23T20:22:13.573" v="6" actId="20577"/>
          <ac:spMkLst>
            <pc:docMk/>
            <pc:sldMk cId="487522735" sldId="340"/>
            <ac:spMk id="4" creationId="{A704BCD3-171F-C06E-AC4E-108832525DF4}"/>
          </ac:spMkLst>
        </pc:spChg>
      </pc:sldChg>
    </pc:docChg>
  </pc:docChgLst>
  <pc:docChgLst>
    <pc:chgData name="Jamin Xu" userId="S::xu826@mcmaster.ca::665b2a1c-8d17-4bdd-a481-e9e8af6d0dad" providerId="AD" clId="Web-{ABFBA652-278C-02DF-EE94-1F4E6BC89298}"/>
    <pc:docChg chg="addSld delSld modSld sldOrd">
      <pc:chgData name="Jamin Xu" userId="S::xu826@mcmaster.ca::665b2a1c-8d17-4bdd-a481-e9e8af6d0dad" providerId="AD" clId="Web-{ABFBA652-278C-02DF-EE94-1F4E6BC89298}" dt="2025-01-23T20:16:41.143" v="228" actId="20577"/>
      <pc:docMkLst>
        <pc:docMk/>
      </pc:docMkLst>
      <pc:sldChg chg="addSp delSp modSp">
        <pc:chgData name="Jamin Xu" userId="S::xu826@mcmaster.ca::665b2a1c-8d17-4bdd-a481-e9e8af6d0dad" providerId="AD" clId="Web-{ABFBA652-278C-02DF-EE94-1F4E6BC89298}" dt="2025-01-23T20:06:31.291" v="208" actId="20577"/>
        <pc:sldMkLst>
          <pc:docMk/>
          <pc:sldMk cId="643777997" sldId="266"/>
        </pc:sldMkLst>
        <pc:spChg chg="mod">
          <ac:chgData name="Jamin Xu" userId="S::xu826@mcmaster.ca::665b2a1c-8d17-4bdd-a481-e9e8af6d0dad" providerId="AD" clId="Web-{ABFBA652-278C-02DF-EE94-1F4E6BC89298}" dt="2025-01-23T20:06:31.291" v="208" actId="20577"/>
          <ac:spMkLst>
            <pc:docMk/>
            <pc:sldMk cId="643777997" sldId="266"/>
            <ac:spMk id="3" creationId="{05948542-FCE1-3AE6-C6C9-17975609DF70}"/>
          </ac:spMkLst>
        </pc:spChg>
        <pc:spChg chg="del">
          <ac:chgData name="Jamin Xu" userId="S::xu826@mcmaster.ca::665b2a1c-8d17-4bdd-a481-e9e8af6d0dad" providerId="AD" clId="Web-{ABFBA652-278C-02DF-EE94-1F4E6BC89298}" dt="2025-01-23T20:06:10.509" v="198"/>
          <ac:spMkLst>
            <pc:docMk/>
            <pc:sldMk cId="643777997" sldId="266"/>
            <ac:spMk id="4" creationId="{3EE67564-0457-E486-97D0-8109D2C97B3F}"/>
          </ac:spMkLst>
        </pc:spChg>
        <pc:spChg chg="add del mod">
          <ac:chgData name="Jamin Xu" userId="S::xu826@mcmaster.ca::665b2a1c-8d17-4bdd-a481-e9e8af6d0dad" providerId="AD" clId="Web-{ABFBA652-278C-02DF-EE94-1F4E6BC89298}" dt="2025-01-23T20:06:16.087" v="199"/>
          <ac:spMkLst>
            <pc:docMk/>
            <pc:sldMk cId="643777997" sldId="266"/>
            <ac:spMk id="6" creationId="{D4DF9A4E-F423-AB5D-49C0-86172F93EDD7}"/>
          </ac:spMkLst>
        </pc:spChg>
      </pc:sldChg>
      <pc:sldChg chg="addSp modSp">
        <pc:chgData name="Jamin Xu" userId="S::xu826@mcmaster.ca::665b2a1c-8d17-4bdd-a481-e9e8af6d0dad" providerId="AD" clId="Web-{ABFBA652-278C-02DF-EE94-1F4E6BC89298}" dt="2025-01-23T19:55:26.063" v="94" actId="1076"/>
        <pc:sldMkLst>
          <pc:docMk/>
          <pc:sldMk cId="855215445" sldId="325"/>
        </pc:sldMkLst>
        <pc:spChg chg="add mod">
          <ac:chgData name="Jamin Xu" userId="S::xu826@mcmaster.ca::665b2a1c-8d17-4bdd-a481-e9e8af6d0dad" providerId="AD" clId="Web-{ABFBA652-278C-02DF-EE94-1F4E6BC89298}" dt="2025-01-23T19:55:26.063" v="94" actId="1076"/>
          <ac:spMkLst>
            <pc:docMk/>
            <pc:sldMk cId="855215445" sldId="325"/>
            <ac:spMk id="2" creationId="{0DB6C0BA-6AE3-D108-E8C6-4CDD05BA0F67}"/>
          </ac:spMkLst>
        </pc:spChg>
      </pc:sldChg>
      <pc:sldChg chg="modSp">
        <pc:chgData name="Jamin Xu" userId="S::xu826@mcmaster.ca::665b2a1c-8d17-4bdd-a481-e9e8af6d0dad" providerId="AD" clId="Web-{ABFBA652-278C-02DF-EE94-1F4E6BC89298}" dt="2025-01-23T19:54:45.594" v="88" actId="20577"/>
        <pc:sldMkLst>
          <pc:docMk/>
          <pc:sldMk cId="487522735" sldId="340"/>
        </pc:sldMkLst>
        <pc:spChg chg="mod">
          <ac:chgData name="Jamin Xu" userId="S::xu826@mcmaster.ca::665b2a1c-8d17-4bdd-a481-e9e8af6d0dad" providerId="AD" clId="Web-{ABFBA652-278C-02DF-EE94-1F4E6BC89298}" dt="2025-01-23T19:54:45.594" v="88" actId="20577"/>
          <ac:spMkLst>
            <pc:docMk/>
            <pc:sldMk cId="487522735" sldId="340"/>
            <ac:spMk id="4" creationId="{A704BCD3-171F-C06E-AC4E-108832525DF4}"/>
          </ac:spMkLst>
        </pc:spChg>
      </pc:sldChg>
      <pc:sldChg chg="modSp new modNotes">
        <pc:chgData name="Jamin Xu" userId="S::xu826@mcmaster.ca::665b2a1c-8d17-4bdd-a481-e9e8af6d0dad" providerId="AD" clId="Web-{ABFBA652-278C-02DF-EE94-1F4E6BC89298}" dt="2025-01-23T19:51:27.810" v="11"/>
        <pc:sldMkLst>
          <pc:docMk/>
          <pc:sldMk cId="3740492016" sldId="341"/>
        </pc:sldMkLst>
        <pc:spChg chg="mod">
          <ac:chgData name="Jamin Xu" userId="S::xu826@mcmaster.ca::665b2a1c-8d17-4bdd-a481-e9e8af6d0dad" providerId="AD" clId="Web-{ABFBA652-278C-02DF-EE94-1F4E6BC89298}" dt="2025-01-23T19:51:26.091" v="10" actId="20577"/>
          <ac:spMkLst>
            <pc:docMk/>
            <pc:sldMk cId="3740492016" sldId="341"/>
            <ac:spMk id="2" creationId="{44AD3773-74FC-5198-081C-DFBA4BB6E5DB}"/>
          </ac:spMkLst>
        </pc:spChg>
      </pc:sldChg>
      <pc:sldChg chg="modSp add replId">
        <pc:chgData name="Jamin Xu" userId="S::xu826@mcmaster.ca::665b2a1c-8d17-4bdd-a481-e9e8af6d0dad" providerId="AD" clId="Web-{ABFBA652-278C-02DF-EE94-1F4E6BC89298}" dt="2025-01-23T20:00:27.380" v="141" actId="20577"/>
        <pc:sldMkLst>
          <pc:docMk/>
          <pc:sldMk cId="1383864905" sldId="342"/>
        </pc:sldMkLst>
        <pc:spChg chg="mod">
          <ac:chgData name="Jamin Xu" userId="S::xu826@mcmaster.ca::665b2a1c-8d17-4bdd-a481-e9e8af6d0dad" providerId="AD" clId="Web-{ABFBA652-278C-02DF-EE94-1F4E6BC89298}" dt="2025-01-23T20:00:27.380" v="141" actId="20577"/>
          <ac:spMkLst>
            <pc:docMk/>
            <pc:sldMk cId="1383864905" sldId="342"/>
            <ac:spMk id="3" creationId="{770303AE-69BF-791C-294D-ADA2AD019D74}"/>
          </ac:spMkLst>
        </pc:spChg>
      </pc:sldChg>
      <pc:sldChg chg="modSp add replId modNotes">
        <pc:chgData name="Jamin Xu" userId="S::xu826@mcmaster.ca::665b2a1c-8d17-4bdd-a481-e9e8af6d0dad" providerId="AD" clId="Web-{ABFBA652-278C-02DF-EE94-1F4E6BC89298}" dt="2025-01-23T20:16:41.143" v="228" actId="20577"/>
        <pc:sldMkLst>
          <pc:docMk/>
          <pc:sldMk cId="446300987" sldId="343"/>
        </pc:sldMkLst>
        <pc:spChg chg="mod">
          <ac:chgData name="Jamin Xu" userId="S::xu826@mcmaster.ca::665b2a1c-8d17-4bdd-a481-e9e8af6d0dad" providerId="AD" clId="Web-{ABFBA652-278C-02DF-EE94-1F4E6BC89298}" dt="2025-01-23T20:16:41.143" v="228" actId="20577"/>
          <ac:spMkLst>
            <pc:docMk/>
            <pc:sldMk cId="446300987" sldId="343"/>
            <ac:spMk id="2" creationId="{44AD3773-74FC-5198-081C-DFBA4BB6E5DB}"/>
          </ac:spMkLst>
        </pc:spChg>
        <pc:spChg chg="mod">
          <ac:chgData name="Jamin Xu" userId="S::xu826@mcmaster.ca::665b2a1c-8d17-4bdd-a481-e9e8af6d0dad" providerId="AD" clId="Web-{ABFBA652-278C-02DF-EE94-1F4E6BC89298}" dt="2025-01-23T20:00:06.364" v="131" actId="20577"/>
          <ac:spMkLst>
            <pc:docMk/>
            <pc:sldMk cId="446300987" sldId="343"/>
            <ac:spMk id="3" creationId="{770303AE-69BF-791C-294D-ADA2AD019D74}"/>
          </ac:spMkLst>
        </pc:spChg>
      </pc:sldChg>
      <pc:sldChg chg="modSp add replId modNotes">
        <pc:chgData name="Jamin Xu" userId="S::xu826@mcmaster.ca::665b2a1c-8d17-4bdd-a481-e9e8af6d0dad" providerId="AD" clId="Web-{ABFBA652-278C-02DF-EE94-1F4E6BC89298}" dt="2025-01-23T20:02:24.412" v="180" actId="20577"/>
        <pc:sldMkLst>
          <pc:docMk/>
          <pc:sldMk cId="822144971" sldId="344"/>
        </pc:sldMkLst>
        <pc:spChg chg="mod">
          <ac:chgData name="Jamin Xu" userId="S::xu826@mcmaster.ca::665b2a1c-8d17-4bdd-a481-e9e8af6d0dad" providerId="AD" clId="Web-{ABFBA652-278C-02DF-EE94-1F4E6BC89298}" dt="2025-01-23T19:51:51.591" v="17" actId="20577"/>
          <ac:spMkLst>
            <pc:docMk/>
            <pc:sldMk cId="822144971" sldId="344"/>
            <ac:spMk id="2" creationId="{44AD3773-74FC-5198-081C-DFBA4BB6E5DB}"/>
          </ac:spMkLst>
        </pc:spChg>
        <pc:spChg chg="mod">
          <ac:chgData name="Jamin Xu" userId="S::xu826@mcmaster.ca::665b2a1c-8d17-4bdd-a481-e9e8af6d0dad" providerId="AD" clId="Web-{ABFBA652-278C-02DF-EE94-1F4E6BC89298}" dt="2025-01-23T20:02:24.412" v="180" actId="20577"/>
          <ac:spMkLst>
            <pc:docMk/>
            <pc:sldMk cId="822144971" sldId="344"/>
            <ac:spMk id="3" creationId="{770303AE-69BF-791C-294D-ADA2AD019D74}"/>
          </ac:spMkLst>
        </pc:spChg>
      </pc:sldChg>
      <pc:sldChg chg="modSp add del replId modNotes">
        <pc:chgData name="Jamin Xu" userId="S::xu826@mcmaster.ca::665b2a1c-8d17-4bdd-a481-e9e8af6d0dad" providerId="AD" clId="Web-{ABFBA652-278C-02DF-EE94-1F4E6BC89298}" dt="2025-01-23T20:08:36.199" v="209"/>
        <pc:sldMkLst>
          <pc:docMk/>
          <pc:sldMk cId="3970768906" sldId="345"/>
        </pc:sldMkLst>
        <pc:spChg chg="mod">
          <ac:chgData name="Jamin Xu" userId="S::xu826@mcmaster.ca::665b2a1c-8d17-4bdd-a481-e9e8af6d0dad" providerId="AD" clId="Web-{ABFBA652-278C-02DF-EE94-1F4E6BC89298}" dt="2025-01-23T19:52:08.045" v="21" actId="20577"/>
          <ac:spMkLst>
            <pc:docMk/>
            <pc:sldMk cId="3970768906" sldId="345"/>
            <ac:spMk id="2" creationId="{44AD3773-74FC-5198-081C-DFBA4BB6E5DB}"/>
          </ac:spMkLst>
        </pc:spChg>
      </pc:sldChg>
      <pc:sldChg chg="modSp add ord replId modNotes">
        <pc:chgData name="Jamin Xu" userId="S::xu826@mcmaster.ca::665b2a1c-8d17-4bdd-a481-e9e8af6d0dad" providerId="AD" clId="Web-{ABFBA652-278C-02DF-EE94-1F4E6BC89298}" dt="2025-01-23T20:02:42.038" v="182" actId="20577"/>
        <pc:sldMkLst>
          <pc:docMk/>
          <pc:sldMk cId="2973059701" sldId="346"/>
        </pc:sldMkLst>
        <pc:spChg chg="mod">
          <ac:chgData name="Jamin Xu" userId="S::xu826@mcmaster.ca::665b2a1c-8d17-4bdd-a481-e9e8af6d0dad" providerId="AD" clId="Web-{ABFBA652-278C-02DF-EE94-1F4E6BC89298}" dt="2025-01-23T19:52:21.295" v="25" actId="20577"/>
          <ac:spMkLst>
            <pc:docMk/>
            <pc:sldMk cId="2973059701" sldId="346"/>
            <ac:spMk id="2" creationId="{44AD3773-74FC-5198-081C-DFBA4BB6E5DB}"/>
          </ac:spMkLst>
        </pc:spChg>
        <pc:spChg chg="mod">
          <ac:chgData name="Jamin Xu" userId="S::xu826@mcmaster.ca::665b2a1c-8d17-4bdd-a481-e9e8af6d0dad" providerId="AD" clId="Web-{ABFBA652-278C-02DF-EE94-1F4E6BC89298}" dt="2025-01-23T20:02:42.038" v="182" actId="20577"/>
          <ac:spMkLst>
            <pc:docMk/>
            <pc:sldMk cId="2973059701" sldId="346"/>
            <ac:spMk id="2055" creationId="{22D3F085-AAEF-D86A-35FA-D7F984662DD5}"/>
          </ac:spMkLst>
        </pc:spChg>
      </pc:sldChg>
      <pc:sldChg chg="addSp modSp add replId modNotes">
        <pc:chgData name="Jamin Xu" userId="S::xu826@mcmaster.ca::665b2a1c-8d17-4bdd-a481-e9e8af6d0dad" providerId="AD" clId="Web-{ABFBA652-278C-02DF-EE94-1F4E6BC89298}" dt="2025-01-23T20:09:14.731" v="210" actId="1076"/>
        <pc:sldMkLst>
          <pc:docMk/>
          <pc:sldMk cId="1955609685" sldId="347"/>
        </pc:sldMkLst>
        <pc:spChg chg="mod">
          <ac:chgData name="Jamin Xu" userId="S::xu826@mcmaster.ca::665b2a1c-8d17-4bdd-a481-e9e8af6d0dad" providerId="AD" clId="Web-{ABFBA652-278C-02DF-EE94-1F4E6BC89298}" dt="2025-01-23T19:52:41.779" v="30" actId="20577"/>
          <ac:spMkLst>
            <pc:docMk/>
            <pc:sldMk cId="1955609685" sldId="347"/>
            <ac:spMk id="2" creationId="{44AD3773-74FC-5198-081C-DFBA4BB6E5DB}"/>
          </ac:spMkLst>
        </pc:spChg>
        <pc:spChg chg="mod">
          <ac:chgData name="Jamin Xu" userId="S::xu826@mcmaster.ca::665b2a1c-8d17-4bdd-a481-e9e8af6d0dad" providerId="AD" clId="Web-{ABFBA652-278C-02DF-EE94-1F4E6BC89298}" dt="2025-01-23T20:01:46.959" v="171" actId="20577"/>
          <ac:spMkLst>
            <pc:docMk/>
            <pc:sldMk cId="1955609685" sldId="347"/>
            <ac:spMk id="3" creationId="{770303AE-69BF-791C-294D-ADA2AD019D74}"/>
          </ac:spMkLst>
        </pc:spChg>
        <pc:spChg chg="add mod">
          <ac:chgData name="Jamin Xu" userId="S::xu826@mcmaster.ca::665b2a1c-8d17-4bdd-a481-e9e8af6d0dad" providerId="AD" clId="Web-{ABFBA652-278C-02DF-EE94-1F4E6BC89298}" dt="2025-01-23T20:01:27.146" v="162" actId="20577"/>
          <ac:spMkLst>
            <pc:docMk/>
            <pc:sldMk cId="1955609685" sldId="347"/>
            <ac:spMk id="6" creationId="{F036D0C6-9A03-1CE7-65E6-4C50B55A7F3E}"/>
          </ac:spMkLst>
        </pc:spChg>
        <pc:picChg chg="mod">
          <ac:chgData name="Jamin Xu" userId="S::xu826@mcmaster.ca::665b2a1c-8d17-4bdd-a481-e9e8af6d0dad" providerId="AD" clId="Web-{ABFBA652-278C-02DF-EE94-1F4E6BC89298}" dt="2025-01-23T20:09:14.731" v="210" actId="1076"/>
          <ac:picMkLst>
            <pc:docMk/>
            <pc:sldMk cId="1955609685" sldId="347"/>
            <ac:picMk id="5" creationId="{02F3DEB7-BFE7-9A17-C02A-1CFC2B8D61B9}"/>
          </ac:picMkLst>
        </pc:picChg>
      </pc:sldChg>
      <pc:sldChg chg="addSp delSp modSp add replId">
        <pc:chgData name="Jamin Xu" userId="S::xu826@mcmaster.ca::665b2a1c-8d17-4bdd-a481-e9e8af6d0dad" providerId="AD" clId="Web-{ABFBA652-278C-02DF-EE94-1F4E6BC89298}" dt="2025-01-23T20:13:07.999" v="218" actId="20577"/>
        <pc:sldMkLst>
          <pc:docMk/>
          <pc:sldMk cId="1650029185" sldId="348"/>
        </pc:sldMkLst>
        <pc:spChg chg="mod">
          <ac:chgData name="Jamin Xu" userId="S::xu826@mcmaster.ca::665b2a1c-8d17-4bdd-a481-e9e8af6d0dad" providerId="AD" clId="Web-{ABFBA652-278C-02DF-EE94-1F4E6BC89298}" dt="2025-01-23T20:03:51.648" v="189" actId="20577"/>
          <ac:spMkLst>
            <pc:docMk/>
            <pc:sldMk cId="1650029185" sldId="348"/>
            <ac:spMk id="2" creationId="{5D030A76-B788-B363-104E-266B7C7F7208}"/>
          </ac:spMkLst>
        </pc:spChg>
        <pc:spChg chg="mod">
          <ac:chgData name="Jamin Xu" userId="S::xu826@mcmaster.ca::665b2a1c-8d17-4bdd-a481-e9e8af6d0dad" providerId="AD" clId="Web-{ABFBA652-278C-02DF-EE94-1F4E6BC89298}" dt="2025-01-23T20:13:07.999" v="218" actId="20577"/>
          <ac:spMkLst>
            <pc:docMk/>
            <pc:sldMk cId="1650029185" sldId="348"/>
            <ac:spMk id="3" creationId="{05948542-FCE1-3AE6-C6C9-17975609DF70}"/>
          </ac:spMkLst>
        </pc:spChg>
        <pc:spChg chg="del">
          <ac:chgData name="Jamin Xu" userId="S::xu826@mcmaster.ca::665b2a1c-8d17-4bdd-a481-e9e8af6d0dad" providerId="AD" clId="Web-{ABFBA652-278C-02DF-EE94-1F4E6BC89298}" dt="2025-01-23T20:03:53.804" v="190"/>
          <ac:spMkLst>
            <pc:docMk/>
            <pc:sldMk cId="1650029185" sldId="348"/>
            <ac:spMk id="4" creationId="{3EE67564-0457-E486-97D0-8109D2C97B3F}"/>
          </ac:spMkLst>
        </pc:spChg>
        <pc:spChg chg="add del mod">
          <ac:chgData name="Jamin Xu" userId="S::xu826@mcmaster.ca::665b2a1c-8d17-4bdd-a481-e9e8af6d0dad" providerId="AD" clId="Web-{ABFBA652-278C-02DF-EE94-1F4E6BC89298}" dt="2025-01-23T20:03:56.648" v="191"/>
          <ac:spMkLst>
            <pc:docMk/>
            <pc:sldMk cId="1650029185" sldId="348"/>
            <ac:spMk id="6" creationId="{BA26B3E0-9D29-7C0D-793B-5AEF08D861B6}"/>
          </ac:spMkLst>
        </pc:spChg>
      </pc:sldChg>
      <pc:sldChg chg="addSp delSp modSp add del replId">
        <pc:chgData name="Jamin Xu" userId="S::xu826@mcmaster.ca::665b2a1c-8d17-4bdd-a481-e9e8af6d0dad" providerId="AD" clId="Web-{ABFBA652-278C-02DF-EE94-1F4E6BC89298}" dt="2025-01-23T19:54:19.593" v="59"/>
        <pc:sldMkLst>
          <pc:docMk/>
          <pc:sldMk cId="3208602388" sldId="348"/>
        </pc:sldMkLst>
        <pc:spChg chg="mod">
          <ac:chgData name="Jamin Xu" userId="S::xu826@mcmaster.ca::665b2a1c-8d17-4bdd-a481-e9e8af6d0dad" providerId="AD" clId="Web-{ABFBA652-278C-02DF-EE94-1F4E6BC89298}" dt="2025-01-23T19:53:29.405" v="42" actId="20577"/>
          <ac:spMkLst>
            <pc:docMk/>
            <pc:sldMk cId="3208602388" sldId="348"/>
            <ac:spMk id="2" creationId="{5D030A76-B788-B363-104E-266B7C7F7208}"/>
          </ac:spMkLst>
        </pc:spChg>
        <pc:spChg chg="del mod">
          <ac:chgData name="Jamin Xu" userId="S::xu826@mcmaster.ca::665b2a1c-8d17-4bdd-a481-e9e8af6d0dad" providerId="AD" clId="Web-{ABFBA652-278C-02DF-EE94-1F4E6BC89298}" dt="2025-01-23T19:54:10.937" v="58"/>
          <ac:spMkLst>
            <pc:docMk/>
            <pc:sldMk cId="3208602388" sldId="348"/>
            <ac:spMk id="3" creationId="{05948542-FCE1-3AE6-C6C9-17975609DF70}"/>
          </ac:spMkLst>
        </pc:spChg>
        <pc:spChg chg="del">
          <ac:chgData name="Jamin Xu" userId="S::xu826@mcmaster.ca::665b2a1c-8d17-4bdd-a481-e9e8af6d0dad" providerId="AD" clId="Web-{ABFBA652-278C-02DF-EE94-1F4E6BC89298}" dt="2025-01-23T19:53:34.452" v="43"/>
          <ac:spMkLst>
            <pc:docMk/>
            <pc:sldMk cId="3208602388" sldId="348"/>
            <ac:spMk id="4" creationId="{3EE67564-0457-E486-97D0-8109D2C97B3F}"/>
          </ac:spMkLst>
        </pc:spChg>
        <pc:spChg chg="add del mod">
          <ac:chgData name="Jamin Xu" userId="S::xu826@mcmaster.ca::665b2a1c-8d17-4bdd-a481-e9e8af6d0dad" providerId="AD" clId="Web-{ABFBA652-278C-02DF-EE94-1F4E6BC89298}" dt="2025-01-23T19:53:40.155" v="44"/>
          <ac:spMkLst>
            <pc:docMk/>
            <pc:sldMk cId="3208602388" sldId="348"/>
            <ac:spMk id="6" creationId="{3524CB23-AA5F-9942-6562-10983A741859}"/>
          </ac:spMkLst>
        </pc:spChg>
        <pc:spChg chg="add mod">
          <ac:chgData name="Jamin Xu" userId="S::xu826@mcmaster.ca::665b2a1c-8d17-4bdd-a481-e9e8af6d0dad" providerId="AD" clId="Web-{ABFBA652-278C-02DF-EE94-1F4E6BC89298}" dt="2025-01-23T19:54:10.937" v="58"/>
          <ac:spMkLst>
            <pc:docMk/>
            <pc:sldMk cId="3208602388" sldId="348"/>
            <ac:spMk id="8" creationId="{9425FF95-AA12-7DA8-D572-67EAED7ADD6C}"/>
          </ac:spMkLst>
        </pc:spChg>
      </pc:sldChg>
      <pc:sldChg chg="modSp add del replId">
        <pc:chgData name="Jamin Xu" userId="S::xu826@mcmaster.ca::665b2a1c-8d17-4bdd-a481-e9e8af6d0dad" providerId="AD" clId="Web-{ABFBA652-278C-02DF-EE94-1F4E6BC89298}" dt="2025-01-23T20:16:23.143" v="224"/>
        <pc:sldMkLst>
          <pc:docMk/>
          <pc:sldMk cId="1955559143" sldId="349"/>
        </pc:sldMkLst>
        <pc:spChg chg="mod">
          <ac:chgData name="Jamin Xu" userId="S::xu826@mcmaster.ca::665b2a1c-8d17-4bdd-a481-e9e8af6d0dad" providerId="AD" clId="Web-{ABFBA652-278C-02DF-EE94-1F4E6BC89298}" dt="2025-01-23T20:15:43.189" v="223" actId="20577"/>
          <ac:spMkLst>
            <pc:docMk/>
            <pc:sldMk cId="1955559143" sldId="349"/>
            <ac:spMk id="3" creationId="{05948542-FCE1-3AE6-C6C9-17975609DF70}"/>
          </ac:spMkLst>
        </pc:spChg>
      </pc:sldChg>
    </pc:docChg>
  </pc:docChgLst>
  <pc:docChgLst>
    <pc:chgData name="Seher Mian" userId="S::mians15@mcmaster.ca::01b2248e-ffca-4559-86db-43cf96bc4efd" providerId="AD" clId="Web-{D21A2DD0-F938-984F-6CE0-20DCF8A08666}"/>
    <pc:docChg chg="modSld">
      <pc:chgData name="Seher Mian" userId="S::mians15@mcmaster.ca::01b2248e-ffca-4559-86db-43cf96bc4efd" providerId="AD" clId="Web-{D21A2DD0-F938-984F-6CE0-20DCF8A08666}" dt="2025-01-23T20:30:10.972" v="4" actId="1076"/>
      <pc:docMkLst>
        <pc:docMk/>
      </pc:docMkLst>
      <pc:sldChg chg="modSp">
        <pc:chgData name="Seher Mian" userId="S::mians15@mcmaster.ca::01b2248e-ffca-4559-86db-43cf96bc4efd" providerId="AD" clId="Web-{D21A2DD0-F938-984F-6CE0-20DCF8A08666}" dt="2025-01-23T20:30:10.972" v="4" actId="1076"/>
        <pc:sldMkLst>
          <pc:docMk/>
          <pc:sldMk cId="1383864905" sldId="342"/>
        </pc:sldMkLst>
        <pc:spChg chg="mod">
          <ac:chgData name="Seher Mian" userId="S::mians15@mcmaster.ca::01b2248e-ffca-4559-86db-43cf96bc4efd" providerId="AD" clId="Web-{D21A2DD0-F938-984F-6CE0-20DCF8A08666}" dt="2025-01-23T20:30:06.097" v="3" actId="14100"/>
          <ac:spMkLst>
            <pc:docMk/>
            <pc:sldMk cId="1383864905" sldId="342"/>
            <ac:spMk id="2" creationId="{44AD3773-74FC-5198-081C-DFBA4BB6E5DB}"/>
          </ac:spMkLst>
        </pc:spChg>
        <pc:spChg chg="mod">
          <ac:chgData name="Seher Mian" userId="S::mians15@mcmaster.ca::01b2248e-ffca-4559-86db-43cf96bc4efd" providerId="AD" clId="Web-{D21A2DD0-F938-984F-6CE0-20DCF8A08666}" dt="2025-01-23T20:30:01.769" v="2" actId="1076"/>
          <ac:spMkLst>
            <pc:docMk/>
            <pc:sldMk cId="1383864905" sldId="342"/>
            <ac:spMk id="3" creationId="{770303AE-69BF-791C-294D-ADA2AD019D74}"/>
          </ac:spMkLst>
        </pc:spChg>
        <pc:picChg chg="mod">
          <ac:chgData name="Seher Mian" userId="S::mians15@mcmaster.ca::01b2248e-ffca-4559-86db-43cf96bc4efd" providerId="AD" clId="Web-{D21A2DD0-F938-984F-6CE0-20DCF8A08666}" dt="2025-01-23T20:30:10.972" v="4" actId="1076"/>
          <ac:picMkLst>
            <pc:docMk/>
            <pc:sldMk cId="1383864905" sldId="342"/>
            <ac:picMk id="5" creationId="{D523FF60-FC09-3AF4-1D26-EA4C88920132}"/>
          </ac:picMkLst>
        </pc:picChg>
      </pc:sldChg>
      <pc:sldChg chg="modSp">
        <pc:chgData name="Seher Mian" userId="S::mians15@mcmaster.ca::01b2248e-ffca-4559-86db-43cf96bc4efd" providerId="AD" clId="Web-{D21A2DD0-F938-984F-6CE0-20DCF8A08666}" dt="2025-01-23T20:29:50.316" v="0" actId="14100"/>
        <pc:sldMkLst>
          <pc:docMk/>
          <pc:sldMk cId="446300987" sldId="343"/>
        </pc:sldMkLst>
        <pc:spChg chg="mod">
          <ac:chgData name="Seher Mian" userId="S::mians15@mcmaster.ca::01b2248e-ffca-4559-86db-43cf96bc4efd" providerId="AD" clId="Web-{D21A2DD0-F938-984F-6CE0-20DCF8A08666}" dt="2025-01-23T20:29:50.316" v="0" actId="14100"/>
          <ac:spMkLst>
            <pc:docMk/>
            <pc:sldMk cId="446300987" sldId="343"/>
            <ac:spMk id="2" creationId="{44AD3773-74FC-5198-081C-DFBA4BB6E5D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</a:t>
            </a:r>
            <a:r>
              <a:rPr lang="en-US" i="1"/>
              <a:t>Onomatopoeia</a:t>
            </a:r>
            <a:r>
              <a:rPr lang="en-US"/>
              <a:t> is a word that imitates the sound it describes—like </a:t>
            </a:r>
            <a:r>
              <a:rPr lang="en-US" i="1"/>
              <a:t>buzz,</a:t>
            </a:r>
            <a:r>
              <a:rPr lang="en-US"/>
              <a:t> </a:t>
            </a:r>
            <a:r>
              <a:rPr lang="en-US" i="1"/>
              <a:t>crash,</a:t>
            </a:r>
            <a:r>
              <a:rPr lang="en-US"/>
              <a:t> or </a:t>
            </a:r>
            <a:r>
              <a:rPr lang="en-US" i="1"/>
              <a:t>sizzle.</a:t>
            </a:r>
            <a:r>
              <a:rPr lang="en-US"/>
              <a:t> The term itself comes from Greek, combining </a:t>
            </a:r>
            <a:r>
              <a:rPr lang="en-US" i="1" err="1"/>
              <a:t>onoma</a:t>
            </a:r>
            <a:r>
              <a:rPr lang="en-US"/>
              <a:t> (name) and </a:t>
            </a:r>
            <a:r>
              <a:rPr lang="en-US" i="1" err="1"/>
              <a:t>poiein</a:t>
            </a:r>
            <a:r>
              <a:rPr lang="en-US"/>
              <a:t> (to make), meaning ‘to make a name.’ It’s one of the most fun linguistic devices in English, but saying the word itself can be a challenge!</a:t>
            </a:r>
          </a:p>
          <a:p>
            <a:r>
              <a:rPr lang="en-US"/>
              <a:t>“Let’s practice together: </a:t>
            </a:r>
            <a:r>
              <a:rPr lang="en-US" i="1"/>
              <a:t>AHN-uh-MAH-</a:t>
            </a:r>
            <a:r>
              <a:rPr lang="en-US" i="1" err="1"/>
              <a:t>tuh</a:t>
            </a:r>
            <a:r>
              <a:rPr lang="en-US" i="1"/>
              <a:t>-PEE-uh.</a:t>
            </a:r>
            <a:r>
              <a:rPr lang="en-US"/>
              <a:t> Remember, this word celebrates sound, so think of a few examples as you say it—like </a:t>
            </a:r>
            <a:r>
              <a:rPr lang="en-US" i="1"/>
              <a:t>bam,</a:t>
            </a:r>
            <a:r>
              <a:rPr lang="en-US"/>
              <a:t> </a:t>
            </a:r>
            <a:r>
              <a:rPr lang="en-US" i="1"/>
              <a:t>woof,</a:t>
            </a:r>
            <a:r>
              <a:rPr lang="en-US"/>
              <a:t> or </a:t>
            </a:r>
            <a:r>
              <a:rPr lang="en-US" i="1"/>
              <a:t>clang!</a:t>
            </a:r>
            <a:r>
              <a:rPr lang="en-US"/>
              <a:t>”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6446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“Next up is the whimsical and wonderful </a:t>
            </a:r>
            <a:r>
              <a:rPr lang="en-US" i="1"/>
              <a:t>Supercalifragilisticexpialidocious!</a:t>
            </a:r>
            <a:r>
              <a:rPr lang="en-US"/>
              <a:t> While not a ‘real’ word in the strictest sense, it was popularized by the 1964 Disney film </a:t>
            </a:r>
            <a:r>
              <a:rPr lang="en-US" i="1"/>
              <a:t>Mary Poppins.</a:t>
            </a:r>
            <a:r>
              <a:rPr lang="en-US"/>
              <a:t> It’s a playful term meant to describe something extraordinarily fantastic or delightful.</a:t>
            </a:r>
          </a:p>
          <a:p>
            <a:r>
              <a:rPr lang="en-US"/>
              <a:t>“Ready to give it a try? </a:t>
            </a:r>
            <a:r>
              <a:rPr lang="en-US" i="1"/>
              <a:t>SOO-per-kal-uh-FRAJ-uh-</a:t>
            </a:r>
            <a:r>
              <a:rPr lang="en-US" i="1" err="1"/>
              <a:t>lis</a:t>
            </a:r>
            <a:r>
              <a:rPr lang="en-US" i="1"/>
              <a:t>-tik-</a:t>
            </a:r>
            <a:r>
              <a:rPr lang="en-US" i="1" err="1"/>
              <a:t>eks</a:t>
            </a:r>
            <a:r>
              <a:rPr lang="en-US" i="1"/>
              <a:t>-pee-al-uh-DOH-</a:t>
            </a:r>
            <a:r>
              <a:rPr lang="en-US" i="1" err="1"/>
              <a:t>shus</a:t>
            </a:r>
            <a:r>
              <a:rPr lang="en-US" i="1"/>
              <a:t>.</a:t>
            </a:r>
            <a:r>
              <a:rPr lang="en-US"/>
              <a:t> Fun fact: The songwriters of </a:t>
            </a:r>
            <a:r>
              <a:rPr lang="en-US" i="1"/>
              <a:t>Mary Poppins</a:t>
            </a:r>
            <a:r>
              <a:rPr lang="en-US"/>
              <a:t> claimed they made it up, combining Latin and Greek roots with pure imagination!”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83424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“Our first word is a lungful—literally and figuratively! </a:t>
            </a:r>
            <a:r>
              <a:rPr lang="en-US" i="1"/>
              <a:t>Pneumonoultramicroscopicsilicovolcanoconiosis</a:t>
            </a:r>
            <a:r>
              <a:rPr lang="en-US"/>
              <a:t> is a 45-letter medical term that refers to a lung disease caused by inhaling very fine silica particles, typically from volcanic dust. This word is recognized as the longest in major English dictionaries and is a favorite among word nerds.</a:t>
            </a:r>
          </a:p>
          <a:p>
            <a:r>
              <a:rPr lang="en-US"/>
              <a:t>“Let’s break it down: </a:t>
            </a:r>
            <a:r>
              <a:rPr lang="en-US" i="1"/>
              <a:t>NOO-muh-noh-ul-truh-my-kro-skop-ik-sil-i-ko-vol-kay-noh-koh-nee-OH-sis.</a:t>
            </a:r>
            <a:r>
              <a:rPr lang="en-US"/>
              <a:t> Take it one syllable at a time, and don’t forget to breathe—ironic, given its meaning!”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2079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</a:t>
            </a:r>
            <a:r>
              <a:rPr lang="en-US" i="1"/>
              <a:t>Antidisestablishmentarianism</a:t>
            </a:r>
            <a:r>
              <a:rPr lang="en-US"/>
              <a:t> was born in the 19th century during a heated debate in Britain about the separation of church and state. This word refers to the opposition to disestablishing the Church of England. In simpler terms, it’s a political term describing resistance to change in the established order.</a:t>
            </a:r>
          </a:p>
          <a:p>
            <a:r>
              <a:rPr lang="en-US"/>
              <a:t>“Here’s how it rolls off the tongue: </a:t>
            </a:r>
            <a:r>
              <a:rPr lang="en-US" i="1"/>
              <a:t>AN-tee-dis-uh-stab-</a:t>
            </a:r>
            <a:r>
              <a:rPr lang="en-US" i="1" err="1"/>
              <a:t>lish</a:t>
            </a:r>
            <a:r>
              <a:rPr lang="en-US" i="1"/>
              <a:t>-men-TAIR-ee-uh-</a:t>
            </a:r>
            <a:r>
              <a:rPr lang="en-US" i="1" err="1"/>
              <a:t>niz</a:t>
            </a:r>
            <a:r>
              <a:rPr lang="en-US" i="1"/>
              <a:t>-uhm.</a:t>
            </a:r>
            <a:r>
              <a:rPr lang="en-US"/>
              <a:t> While it may no longer be a hot topic, its length makes it legendary in the world of long English words.”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43897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“This next word is as ironic as it is lengthy. </a:t>
            </a:r>
            <a:r>
              <a:rPr lang="en-US" i="1"/>
              <a:t>Hippopotomonstrosesquippedaliophobia</a:t>
            </a:r>
            <a:r>
              <a:rPr lang="en-US"/>
              <a:t> describes the fear of long words. Yes, the word for fearing long words is… a very long word!</a:t>
            </a:r>
          </a:p>
          <a:p>
            <a:r>
              <a:rPr lang="en-US"/>
              <a:t>“It’s a humorous invention, combining </a:t>
            </a:r>
            <a:r>
              <a:rPr lang="en-US" i="1"/>
              <a:t>hippopotamus</a:t>
            </a:r>
            <a:r>
              <a:rPr lang="en-US"/>
              <a:t> (big), </a:t>
            </a:r>
            <a:r>
              <a:rPr lang="en-US" i="1"/>
              <a:t>monstrous</a:t>
            </a:r>
            <a:r>
              <a:rPr lang="en-US"/>
              <a:t> (scary), and </a:t>
            </a:r>
            <a:r>
              <a:rPr lang="en-US" i="1"/>
              <a:t>sesquipedalian</a:t>
            </a:r>
            <a:r>
              <a:rPr lang="en-US"/>
              <a:t> (related to long words). Say it with me: </a:t>
            </a:r>
            <a:r>
              <a:rPr lang="en-US" i="1"/>
              <a:t>HIP-uh-</a:t>
            </a:r>
            <a:r>
              <a:rPr lang="en-US" i="1" err="1"/>
              <a:t>pah</a:t>
            </a:r>
            <a:r>
              <a:rPr lang="en-US" i="1"/>
              <a:t>-toe-</a:t>
            </a:r>
            <a:r>
              <a:rPr lang="en-US" i="1" err="1"/>
              <a:t>mon</a:t>
            </a:r>
            <a:r>
              <a:rPr lang="en-US" i="1"/>
              <a:t>-</a:t>
            </a:r>
            <a:r>
              <a:rPr lang="en-US" i="1" err="1"/>
              <a:t>stroh</a:t>
            </a:r>
            <a:r>
              <a:rPr lang="en-US" i="1"/>
              <a:t>-</a:t>
            </a:r>
            <a:r>
              <a:rPr lang="en-US" i="1" err="1"/>
              <a:t>ses</a:t>
            </a:r>
            <a:r>
              <a:rPr lang="en-US" i="1"/>
              <a:t>-</a:t>
            </a:r>
            <a:r>
              <a:rPr lang="en-US" i="1" err="1"/>
              <a:t>kwip</a:t>
            </a:r>
            <a:r>
              <a:rPr lang="en-US" i="1"/>
              <a:t>-ed-ahl-</a:t>
            </a:r>
            <a:r>
              <a:rPr lang="en-US" i="1" err="1"/>
              <a:t>ee</a:t>
            </a:r>
            <a:r>
              <a:rPr lang="en-US" i="1"/>
              <a:t>-oh-FOH-bee-uh.</a:t>
            </a:r>
            <a:r>
              <a:rPr lang="en-US"/>
              <a:t> Conquering this tongue twister is the first step to curing the fear!”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4996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1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2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B82FF-5339-5456-4D30-0C2DA7907AAE}"/>
              </a:ext>
            </a:extLst>
          </p:cNvPr>
          <p:cNvSpPr/>
          <p:nvPr userDrawn="1"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</p:spPr>
        <p:txBody>
          <a:bodyPr/>
          <a:lstStyle>
            <a:lvl1pPr>
              <a:defRPr sz="3200" spc="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</p:spPr>
        <p:txBody>
          <a:bodyPr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A4A755-28B6-5A01-94AB-C3CCC4368885}"/>
              </a:ext>
            </a:extLst>
          </p:cNvPr>
          <p:cNvCxnSpPr>
            <a:cxnSpLocks/>
          </p:cNvCxnSpPr>
          <p:nvPr userDrawn="1"/>
        </p:nvCxnSpPr>
        <p:spPr>
          <a:xfrm>
            <a:off x="5340096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481328"/>
            <a:ext cx="9144000" cy="389534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1548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BCF04C-49F6-66E8-41A0-B3C371944EA1}"/>
              </a:ext>
            </a:extLst>
          </p:cNvPr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</p:spPr>
        <p:txBody>
          <a:bodyPr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171EC5-29BE-C106-1E9B-0CBDB598A131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10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377440"/>
            <a:ext cx="4645152" cy="34290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59BA83-0C6E-2A70-AED3-E386CABE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80160" y="2377440"/>
            <a:ext cx="9619488" cy="342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612406-06E6-DCE4-7F2F-D98836A802A6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88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9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anchor="ctr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4" r:id="rId3"/>
    <p:sldLayoutId id="2147483675" r:id="rId4"/>
    <p:sldLayoutId id="2147483664" r:id="rId5"/>
    <p:sldLayoutId id="2147483676" r:id="rId6"/>
    <p:sldLayoutId id="2147483677" r:id="rId7"/>
    <p:sldLayoutId id="2147483681" r:id="rId8"/>
    <p:sldLayoutId id="2147483682" r:id="rId9"/>
    <p:sldLayoutId id="2147483683" r:id="rId10"/>
    <p:sldLayoutId id="2147483680" r:id="rId11"/>
    <p:sldLayoutId id="2147483684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rriam-webster.com" TargetMode="External"/><Relationship Id="rId2" Type="http://schemas.openxmlformats.org/officeDocument/2006/relationships/hyperlink" Target="https://www.oed.com" TargetMode="Externa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britannica.com" TargetMode="External"/><Relationship Id="rId4" Type="http://schemas.openxmlformats.org/officeDocument/2006/relationships/hyperlink" Target="https://www.psychologytoday.com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C94AD64-57F0-10B3-AD11-07AD44461D20}"/>
              </a:ext>
            </a:extLst>
          </p:cNvPr>
          <p:cNvSpPr/>
          <p:nvPr/>
        </p:nvSpPr>
        <p:spPr>
          <a:xfrm>
            <a:off x="2825750" y="501650"/>
            <a:ext cx="6908799" cy="5118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reflection stA="40000" endPos="54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Hand drawn open book. Sketch notebook with text, vintage dictionary or By  YummyBuum | TheHungryJPEG">
            <a:extLst>
              <a:ext uri="{FF2B5EF4-FFF2-40B4-BE49-F238E27FC236}">
                <a16:creationId xmlns:a16="http://schemas.microsoft.com/office/drawing/2014/main" id="{09D8398D-1DEA-AC8E-5749-FBBA046AF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8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0547" y="1283515"/>
            <a:ext cx="4605629" cy="406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05E10E9-9AB7-0642-D4C4-DDFDAB7B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/>
          <a:lstStyle/>
          <a:p>
            <a:r>
              <a:rPr lang="en-US"/>
              <a:t>Hardest words to pronounce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B6C0BA-6AE3-D108-E8C6-4CDD05BA0F67}"/>
              </a:ext>
            </a:extLst>
          </p:cNvPr>
          <p:cNvSpPr txBox="1"/>
          <p:nvPr/>
        </p:nvSpPr>
        <p:spPr>
          <a:xfrm>
            <a:off x="5192211" y="5796633"/>
            <a:ext cx="17948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B422-1287-FCEB-63CE-599FDC84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605853"/>
          </a:xfrm>
        </p:spPr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38CD2-9585-7E51-5359-D52935A77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7187" y="1819312"/>
            <a:ext cx="4608226" cy="4120970"/>
          </a:xfrm>
        </p:spPr>
        <p:txBody>
          <a:bodyPr vert="horz" lIns="0" tIns="0" rIns="0" bIns="0" rtlCol="0" anchor="t">
            <a:noAutofit/>
          </a:bodyPr>
          <a:lstStyle/>
          <a:p>
            <a:pPr>
              <a:buFont typeface="Courier New"/>
              <a:buChar char="o"/>
            </a:pPr>
            <a:r>
              <a:rPr lang="en-US" b="1"/>
              <a:t>Word 1:</a:t>
            </a:r>
            <a:r>
              <a:rPr lang="en-US"/>
              <a:t> </a:t>
            </a:r>
            <a:r>
              <a:rPr lang="en-US">
                <a:ea typeface="+mn-lt"/>
                <a:cs typeface="+mn-lt"/>
              </a:rPr>
              <a:t>the formation of a word from a sound</a:t>
            </a:r>
            <a:endParaRPr lang="en-US"/>
          </a:p>
          <a:p>
            <a:pPr>
              <a:buFont typeface="Courier New"/>
              <a:buChar char="o"/>
            </a:pPr>
            <a:r>
              <a:rPr lang="en-US" b="1"/>
              <a:t>Word 2:</a:t>
            </a:r>
            <a:r>
              <a:rPr lang="en-US"/>
              <a:t> The Mary Poppins Special</a:t>
            </a:r>
          </a:p>
          <a:p>
            <a:pPr>
              <a:buFont typeface="Courier New"/>
              <a:buChar char="o"/>
            </a:pPr>
            <a:r>
              <a:rPr lang="en-US" b="1"/>
              <a:t>Word 3:</a:t>
            </a:r>
            <a:r>
              <a:rPr lang="en-US"/>
              <a:t> A lung Disease</a:t>
            </a:r>
          </a:p>
          <a:p>
            <a:pPr>
              <a:buFont typeface="Courier New"/>
              <a:buChar char="o"/>
            </a:pPr>
            <a:r>
              <a:rPr lang="en-US" b="1"/>
              <a:t>Word 4:</a:t>
            </a:r>
            <a:r>
              <a:rPr lang="en-US"/>
              <a:t> </a:t>
            </a:r>
            <a:r>
              <a:rPr lang="en-US">
                <a:ea typeface="+mn-lt"/>
                <a:cs typeface="+mn-lt"/>
              </a:rPr>
              <a:t>opposition to the disestablishment of the Church of England</a:t>
            </a:r>
          </a:p>
          <a:p>
            <a:pPr>
              <a:buFont typeface="Courier New"/>
              <a:buChar char="o"/>
            </a:pPr>
            <a:r>
              <a:rPr lang="en-US" b="1"/>
              <a:t>Word 5:</a:t>
            </a:r>
            <a:r>
              <a:rPr lang="en-US"/>
              <a:t> The fear of Long words</a:t>
            </a:r>
          </a:p>
        </p:txBody>
      </p:sp>
      <p:pic>
        <p:nvPicPr>
          <p:cNvPr id="1026" name="Picture 2" descr="Marry Poppins - YouTube">
            <a:extLst>
              <a:ext uri="{FF2B5EF4-FFF2-40B4-BE49-F238E27FC236}">
                <a16:creationId xmlns:a16="http://schemas.microsoft.com/office/drawing/2014/main" id="{5A86A466-90A8-9B07-D72A-D1C0F4F9A8C0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06" r="8306"/>
          <a:stretch>
            <a:fillRect/>
          </a:stretch>
        </p:blipFill>
        <p:spPr bwMode="auto">
          <a:xfrm>
            <a:off x="5943649" y="1604247"/>
            <a:ext cx="5641799" cy="380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0866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D3773-74FC-5198-081C-DFBA4BB6E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900139"/>
            <a:ext cx="8869138" cy="148527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>
                <a:ea typeface="+mj-lt"/>
                <a:cs typeface="+mj-lt"/>
              </a:rPr>
              <a:t>Onomatopoeia</a:t>
            </a:r>
            <a:br>
              <a:rPr lang="en-US" b="1"/>
            </a:br>
            <a:r>
              <a:rPr lang="fi-FI" sz="2400" b="0" i="0">
                <a:solidFill>
                  <a:srgbClr val="3C4043"/>
                </a:solidFill>
                <a:effectLst/>
              </a:rPr>
              <a:t>aa·nuh·maa·tuh·</a:t>
            </a:r>
            <a:r>
              <a:rPr lang="fi-FI" sz="2400" b="1" i="0">
                <a:solidFill>
                  <a:srgbClr val="3C4043"/>
                </a:solidFill>
                <a:effectLst/>
              </a:rPr>
              <a:t>pee</a:t>
            </a:r>
            <a:r>
              <a:rPr lang="fi-FI" sz="2400" b="0" i="0">
                <a:solidFill>
                  <a:srgbClr val="3C4043"/>
                </a:solidFill>
                <a:effectLst/>
              </a:rPr>
              <a:t>·uh</a:t>
            </a:r>
            <a:br>
              <a:rPr lang="fi-FI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303AE-69BF-791C-294D-ADA2AD019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2715812"/>
            <a:ext cx="4799495" cy="3413759"/>
          </a:xfrm>
        </p:spPr>
        <p:txBody>
          <a:bodyPr vert="horz" lIns="0" tIns="0" rIns="0" bIns="0" rtlCol="0" anchor="t">
            <a:normAutofit fontScale="92500"/>
          </a:bodyPr>
          <a:lstStyle/>
          <a:p>
            <a:r>
              <a:rPr lang="en-US" cap="none">
                <a:ea typeface="+mn-lt"/>
                <a:cs typeface="+mn-lt"/>
              </a:rPr>
              <a:t>Definition: words that mimic the sounds they describe—like buzz, clang, or sizzle.</a:t>
            </a:r>
            <a:endParaRPr lang="en-US" cap="none"/>
          </a:p>
          <a:p>
            <a:r>
              <a:rPr lang="en-US" cap="none">
                <a:ea typeface="+mn-lt"/>
                <a:cs typeface="+mn-lt"/>
              </a:rPr>
              <a:t>Why it’s tricky: it looks like a puzzle and sounds like poetry!</a:t>
            </a:r>
            <a:endParaRPr lang="en-US" cap="none"/>
          </a:p>
          <a:p>
            <a:r>
              <a:rPr lang="en-US" cap="none">
                <a:ea typeface="+mn-lt"/>
                <a:cs typeface="+mn-lt"/>
              </a:rPr>
              <a:t>Pronunciation: </a:t>
            </a:r>
            <a:r>
              <a:rPr lang="en-US" cap="none" err="1">
                <a:ea typeface="+mn-lt"/>
                <a:cs typeface="+mn-lt"/>
              </a:rPr>
              <a:t>ahn</a:t>
            </a:r>
            <a:r>
              <a:rPr lang="en-US" cap="none">
                <a:ea typeface="+mn-lt"/>
                <a:cs typeface="+mn-lt"/>
              </a:rPr>
              <a:t>-uh-</a:t>
            </a:r>
            <a:r>
              <a:rPr lang="en-US" cap="none" err="1">
                <a:ea typeface="+mn-lt"/>
                <a:cs typeface="+mn-lt"/>
              </a:rPr>
              <a:t>mah</a:t>
            </a:r>
            <a:r>
              <a:rPr lang="en-US" cap="none">
                <a:ea typeface="+mn-lt"/>
                <a:cs typeface="+mn-lt"/>
              </a:rPr>
              <a:t>-</a:t>
            </a:r>
            <a:r>
              <a:rPr lang="en-US" cap="none" err="1">
                <a:ea typeface="+mn-lt"/>
                <a:cs typeface="+mn-lt"/>
              </a:rPr>
              <a:t>tuh</a:t>
            </a:r>
            <a:r>
              <a:rPr lang="en-US" cap="none">
                <a:ea typeface="+mn-lt"/>
                <a:cs typeface="+mn-lt"/>
              </a:rPr>
              <a:t>-pee-uh.</a:t>
            </a:r>
            <a:endParaRPr lang="en-US" cap="none"/>
          </a:p>
          <a:p>
            <a:r>
              <a:rPr lang="en-US" cap="none">
                <a:ea typeface="+mn-lt"/>
                <a:cs typeface="+mn-lt"/>
              </a:rPr>
              <a:t>Let’s hear your favorite examples—does boom beat bang?</a:t>
            </a:r>
            <a:endParaRPr lang="en-US" cap="none"/>
          </a:p>
        </p:txBody>
      </p:sp>
      <p:pic>
        <p:nvPicPr>
          <p:cNvPr id="5" name="Picture Placeholder 4" descr="Onomatopoeia: Words List &amp; Examples - ThinkWritten">
            <a:extLst>
              <a:ext uri="{FF2B5EF4-FFF2-40B4-BE49-F238E27FC236}">
                <a16:creationId xmlns:a16="http://schemas.microsoft.com/office/drawing/2014/main" id="{96491B6C-C084-AD83-93CF-825387000D5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995" r="995"/>
          <a:stretch/>
        </p:blipFill>
        <p:spPr>
          <a:xfrm>
            <a:off x="6571407" y="2286000"/>
            <a:ext cx="4909178" cy="3310841"/>
          </a:xfrm>
        </p:spPr>
      </p:pic>
    </p:spTree>
    <p:extLst>
      <p:ext uri="{BB962C8B-B14F-4D97-AF65-F5344CB8AC3E}">
        <p14:creationId xmlns:p14="http://schemas.microsoft.com/office/powerpoint/2010/main" val="822144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D3773-74FC-5198-081C-DFBA4BB6E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978947" cy="1349904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>
                <a:cs typeface="Posterama"/>
              </a:rPr>
              <a:t>Supercalifragilisticexpialidocious </a:t>
            </a:r>
            <a:r>
              <a:rPr lang="en-US" sz="2000">
                <a:cs typeface="Posterama"/>
              </a:rPr>
              <a:t>soo-per-kal-i-frad-jih-lis-tik-ek-spee-al-i-doe-shus</a:t>
            </a:r>
            <a:endParaRPr lang="en-US" sz="2000"/>
          </a:p>
          <a:p>
            <a:endParaRPr lang="en-US" sz="2200" b="1"/>
          </a:p>
          <a:p>
            <a:endParaRPr lang="en-US" sz="2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303AE-69BF-791C-294D-ADA2AD019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59" y="2432807"/>
            <a:ext cx="4860581" cy="3951215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cap="none"/>
              <a:t>Definition: A whimsical word meaning extraordinarily fantastic or delightful.</a:t>
            </a:r>
          </a:p>
          <a:p>
            <a:r>
              <a:rPr lang="en-US" cap="none"/>
              <a:t>Why it’s tricky: this term twists and turns like a roller coaster of syllables.</a:t>
            </a:r>
          </a:p>
          <a:p>
            <a:r>
              <a:rPr lang="en-US" cap="none"/>
              <a:t>Say it together: </a:t>
            </a:r>
            <a:r>
              <a:rPr lang="en-US" cap="none" err="1"/>
              <a:t>soo</a:t>
            </a:r>
            <a:r>
              <a:rPr lang="en-US" cap="none"/>
              <a:t>-per-kal-uh-</a:t>
            </a:r>
            <a:r>
              <a:rPr lang="en-US" cap="none" err="1"/>
              <a:t>fraj</a:t>
            </a:r>
            <a:r>
              <a:rPr lang="en-US" cap="none"/>
              <a:t>-uh-</a:t>
            </a:r>
            <a:r>
              <a:rPr lang="en-US" cap="none" err="1"/>
              <a:t>lis</a:t>
            </a:r>
            <a:r>
              <a:rPr lang="en-US" cap="none"/>
              <a:t>-tik-</a:t>
            </a:r>
            <a:r>
              <a:rPr lang="en-US" cap="none" err="1"/>
              <a:t>eks</a:t>
            </a:r>
            <a:r>
              <a:rPr lang="en-US" cap="none"/>
              <a:t>-pee-al-uh-doh-</a:t>
            </a:r>
            <a:r>
              <a:rPr lang="en-US" cap="none" err="1"/>
              <a:t>shus</a:t>
            </a:r>
            <a:r>
              <a:rPr lang="en-US" cap="none"/>
              <a:t>!</a:t>
            </a:r>
          </a:p>
          <a:p>
            <a:r>
              <a:rPr lang="en-US" cap="none"/>
              <a:t>Fun fact: it’s the ultimate verbal victory for </a:t>
            </a:r>
            <a:r>
              <a:rPr lang="en-US" cap="none" err="1"/>
              <a:t>mary</a:t>
            </a:r>
            <a:r>
              <a:rPr lang="en-US" cap="none"/>
              <a:t> </a:t>
            </a:r>
            <a:r>
              <a:rPr lang="en-US" cap="none" err="1"/>
              <a:t>poppins</a:t>
            </a:r>
            <a:r>
              <a:rPr lang="en-US" cap="none"/>
              <a:t> fans!</a:t>
            </a:r>
          </a:p>
        </p:txBody>
      </p:sp>
      <p:pic>
        <p:nvPicPr>
          <p:cNvPr id="5" name="Picture Placeholder 4" descr="we are supercalifragilisticexpialidocious | Disney nerd, Disney freak ...">
            <a:extLst>
              <a:ext uri="{FF2B5EF4-FFF2-40B4-BE49-F238E27FC236}">
                <a16:creationId xmlns:a16="http://schemas.microsoft.com/office/drawing/2014/main" id="{257F97DE-3DB1-FCC9-B544-C58CA5AA55D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6148" b="6148"/>
          <a:stretch/>
        </p:blipFill>
        <p:spPr>
          <a:xfrm>
            <a:off x="6492490" y="2475843"/>
            <a:ext cx="4656731" cy="3140586"/>
          </a:xfrm>
          <a:noFill/>
        </p:spPr>
      </p:pic>
    </p:spTree>
    <p:extLst>
      <p:ext uri="{BB962C8B-B14F-4D97-AF65-F5344CB8AC3E}">
        <p14:creationId xmlns:p14="http://schemas.microsoft.com/office/powerpoint/2010/main" val="446300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D3773-74FC-5198-081C-DFBA4BB6E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428" y="996612"/>
            <a:ext cx="10947891" cy="157222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b="1">
                <a:ea typeface="+mj-lt"/>
                <a:cs typeface="+mj-lt"/>
              </a:rPr>
              <a:t>Pneumonoultramicroscopicsilicovolcanoconiosis</a:t>
            </a:r>
            <a:br>
              <a:rPr lang="en-US" sz="2400" b="1">
                <a:ea typeface="+mj-lt"/>
                <a:cs typeface="+mj-lt"/>
              </a:rPr>
            </a:br>
            <a:r>
              <a:rPr lang="en-US" sz="1800">
                <a:ea typeface="+mj-lt"/>
                <a:cs typeface="+mj-lt"/>
              </a:rPr>
              <a:t>new-muh-noh-ul-truh-my-kroh-skop-ik-sil-i-ko-vol-kay-no-ko-nee-oh-sis</a:t>
            </a:r>
            <a:endParaRPr lang="en-US" sz="1800" b="1">
              <a:ea typeface="+mj-lt"/>
              <a:cs typeface="+mj-lt"/>
            </a:endParaRP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303AE-69BF-791C-294D-ADA2AD019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4163" y="2762299"/>
            <a:ext cx="4767422" cy="3916508"/>
          </a:xfrm>
        </p:spPr>
        <p:txBody>
          <a:bodyPr vert="horz" lIns="0" tIns="0" rIns="0" bIns="0" rtlCol="0" anchor="t">
            <a:normAutofit fontScale="92500" lnSpcReduction="20000"/>
          </a:bodyPr>
          <a:lstStyle/>
          <a:p>
            <a:pPr>
              <a:lnSpc>
                <a:spcPct val="160000"/>
              </a:lnSpc>
            </a:pPr>
            <a:r>
              <a:rPr lang="en-US" sz="2000" cap="none">
                <a:ea typeface="+mn-lt"/>
                <a:cs typeface="+mn-lt"/>
              </a:rPr>
              <a:t>Definition: A 45-letter medical term for a lung disease caused by inhaling fine silica dust.</a:t>
            </a:r>
            <a:endParaRPr lang="en-US" sz="2000" cap="none"/>
          </a:p>
          <a:p>
            <a:pPr>
              <a:lnSpc>
                <a:spcPct val="160000"/>
              </a:lnSpc>
            </a:pPr>
            <a:r>
              <a:rPr lang="en-US" sz="2000" cap="none">
                <a:ea typeface="+mn-lt"/>
                <a:cs typeface="+mn-lt"/>
              </a:rPr>
              <a:t>Why it’s tough: it’s longer than a lunch break and sneaks in scientific syllables!</a:t>
            </a:r>
            <a:endParaRPr lang="en-US" sz="2000" cap="none"/>
          </a:p>
          <a:p>
            <a:pPr>
              <a:lnSpc>
                <a:spcPct val="160000"/>
              </a:lnSpc>
            </a:pPr>
            <a:r>
              <a:rPr lang="en-US" sz="2000" cap="none">
                <a:ea typeface="+mn-lt"/>
                <a:cs typeface="+mn-lt"/>
              </a:rPr>
              <a:t>Pronounce it with me: noo-muh-noh-ul-truh-my-kro-skop-ik-sil-i-ko-vol-kay-noh-koh-nee-oh-sis.</a:t>
            </a:r>
            <a:endParaRPr lang="en-US" sz="2000" cap="none"/>
          </a:p>
          <a:p>
            <a:pPr>
              <a:lnSpc>
                <a:spcPct val="160000"/>
              </a:lnSpc>
            </a:pPr>
            <a:r>
              <a:rPr lang="en-US" sz="2000" cap="none">
                <a:ea typeface="+mn-lt"/>
                <a:cs typeface="+mn-lt"/>
              </a:rPr>
              <a:t>Take a deep breath—this tongue-twister might leave you winded!</a:t>
            </a:r>
            <a:endParaRPr lang="en-US" sz="2000" cap="none"/>
          </a:p>
        </p:txBody>
      </p:sp>
      <p:pic>
        <p:nvPicPr>
          <p:cNvPr id="5" name="Picture Placeholder 4" descr="Pneumonoultramicroscopicsilicovolcanoconiosis | Podcasts">
            <a:extLst>
              <a:ext uri="{FF2B5EF4-FFF2-40B4-BE49-F238E27FC236}">
                <a16:creationId xmlns:a16="http://schemas.microsoft.com/office/drawing/2014/main" id="{D523FF60-FC09-3AF4-1D26-EA4C8892013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5029" b="5029"/>
          <a:stretch/>
        </p:blipFill>
        <p:spPr>
          <a:xfrm>
            <a:off x="6811030" y="2763481"/>
            <a:ext cx="4803112" cy="3239308"/>
          </a:xfrm>
        </p:spPr>
      </p:pic>
    </p:spTree>
    <p:extLst>
      <p:ext uri="{BB962C8B-B14F-4D97-AF65-F5344CB8AC3E}">
        <p14:creationId xmlns:p14="http://schemas.microsoft.com/office/powerpoint/2010/main" val="1383864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D3773-74FC-5198-081C-DFBA4BB6E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b="1"/>
          </a:p>
          <a:p>
            <a:endParaRPr lang="en-US" b="1"/>
          </a:p>
          <a:p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303AE-69BF-791C-294D-ADA2AD019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2329581"/>
            <a:ext cx="4881554" cy="4113163"/>
          </a:xfrm>
        </p:spPr>
        <p:txBody>
          <a:bodyPr vert="horz" lIns="0" tIns="0" rIns="0" bIns="0" rtlCol="0" anchor="t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000" cap="none">
                <a:ea typeface="+mn-lt"/>
                <a:cs typeface="+mn-lt"/>
              </a:rPr>
              <a:t>Definition: opposition to disestablishing the church of </a:t>
            </a:r>
            <a:r>
              <a:rPr lang="en-US" sz="2000" cap="none" err="1">
                <a:ea typeface="+mn-lt"/>
                <a:cs typeface="+mn-lt"/>
              </a:rPr>
              <a:t>england</a:t>
            </a:r>
            <a:r>
              <a:rPr lang="en-US" sz="2000" cap="none">
                <a:ea typeface="+mn-lt"/>
                <a:cs typeface="+mn-lt"/>
              </a:rPr>
              <a:t>—a political term from the 19th century.</a:t>
            </a:r>
            <a:endParaRPr lang="en-US" sz="2000" cap="none"/>
          </a:p>
          <a:p>
            <a:pPr>
              <a:lnSpc>
                <a:spcPct val="150000"/>
              </a:lnSpc>
            </a:pPr>
            <a:r>
              <a:rPr lang="en-US" sz="2000" cap="none">
                <a:ea typeface="+mn-lt"/>
                <a:cs typeface="+mn-lt"/>
              </a:rPr>
              <a:t>Why it’s tricky: it’s a mouthful of meaning and history.</a:t>
            </a:r>
            <a:endParaRPr lang="en-US" sz="2000" cap="none"/>
          </a:p>
          <a:p>
            <a:pPr>
              <a:lnSpc>
                <a:spcPct val="150000"/>
              </a:lnSpc>
            </a:pPr>
            <a:r>
              <a:rPr lang="en-US" sz="2000" cap="none">
                <a:ea typeface="+mn-lt"/>
                <a:cs typeface="+mn-lt"/>
              </a:rPr>
              <a:t>Try it out: an-tee-dis-uh-stab-</a:t>
            </a:r>
            <a:r>
              <a:rPr lang="en-US" sz="2000" cap="none" err="1">
                <a:ea typeface="+mn-lt"/>
                <a:cs typeface="+mn-lt"/>
              </a:rPr>
              <a:t>lish</a:t>
            </a:r>
            <a:r>
              <a:rPr lang="en-US" sz="2000" cap="none">
                <a:ea typeface="+mn-lt"/>
                <a:cs typeface="+mn-lt"/>
              </a:rPr>
              <a:t>-men-</a:t>
            </a:r>
            <a:r>
              <a:rPr lang="en-US" sz="2000" cap="none" err="1">
                <a:ea typeface="+mn-lt"/>
                <a:cs typeface="+mn-lt"/>
              </a:rPr>
              <a:t>tair</a:t>
            </a:r>
            <a:r>
              <a:rPr lang="en-US" sz="2000" cap="none">
                <a:ea typeface="+mn-lt"/>
                <a:cs typeface="+mn-lt"/>
              </a:rPr>
              <a:t>-</a:t>
            </a:r>
            <a:r>
              <a:rPr lang="en-US" sz="2000" cap="none" err="1">
                <a:ea typeface="+mn-lt"/>
                <a:cs typeface="+mn-lt"/>
              </a:rPr>
              <a:t>ee</a:t>
            </a:r>
            <a:r>
              <a:rPr lang="en-US" sz="2000" cap="none">
                <a:ea typeface="+mn-lt"/>
                <a:cs typeface="+mn-lt"/>
              </a:rPr>
              <a:t>-uh-</a:t>
            </a:r>
            <a:r>
              <a:rPr lang="en-US" sz="2000" cap="none" err="1">
                <a:ea typeface="+mn-lt"/>
                <a:cs typeface="+mn-lt"/>
              </a:rPr>
              <a:t>niz</a:t>
            </a:r>
            <a:r>
              <a:rPr lang="en-US" sz="2000" cap="none">
                <a:ea typeface="+mn-lt"/>
                <a:cs typeface="+mn-lt"/>
              </a:rPr>
              <a:t>-uhm.</a:t>
            </a:r>
            <a:endParaRPr lang="en-US" sz="2000" cap="none"/>
          </a:p>
          <a:p>
            <a:pPr>
              <a:lnSpc>
                <a:spcPct val="150000"/>
              </a:lnSpc>
            </a:pPr>
            <a:r>
              <a:rPr lang="en-US" sz="2000" cap="none">
                <a:ea typeface="+mn-lt"/>
                <a:cs typeface="+mn-lt"/>
              </a:rPr>
              <a:t>Say it to sound smart at your next debate!</a:t>
            </a:r>
            <a:endParaRPr lang="en-US" sz="2000" cap="none"/>
          </a:p>
        </p:txBody>
      </p:sp>
      <p:pic>
        <p:nvPicPr>
          <p:cNvPr id="5" name="Picture Placeholder 4" descr="Antidisestablishmentarianism - Wikipedia">
            <a:extLst>
              <a:ext uri="{FF2B5EF4-FFF2-40B4-BE49-F238E27FC236}">
                <a16:creationId xmlns:a16="http://schemas.microsoft.com/office/drawing/2014/main" id="{02F3DEB7-BFE7-9A17-C02A-1CFC2B8D61B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-8844" t="-1318" r="-13606" b="-2372"/>
          <a:stretch/>
        </p:blipFill>
        <p:spPr>
          <a:xfrm>
            <a:off x="6933500" y="2321121"/>
            <a:ext cx="5021555" cy="365913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36D0C6-9A03-1CE7-65E6-4C50B55A7F3E}"/>
              </a:ext>
            </a:extLst>
          </p:cNvPr>
          <p:cNvSpPr txBox="1"/>
          <p:nvPr/>
        </p:nvSpPr>
        <p:spPr>
          <a:xfrm>
            <a:off x="1224951" y="1029482"/>
            <a:ext cx="9603264" cy="12900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cap="all">
                <a:latin typeface="+mj-lt"/>
                <a:ea typeface="+mn-lt"/>
                <a:cs typeface="+mn-lt"/>
              </a:rPr>
              <a:t>Antidisestablishmentarianism</a:t>
            </a:r>
          </a:p>
          <a:p>
            <a:pPr>
              <a:lnSpc>
                <a:spcPct val="150000"/>
              </a:lnSpc>
            </a:pPr>
            <a:r>
              <a:rPr lang="en-CA" sz="2200" b="0" i="0">
                <a:solidFill>
                  <a:srgbClr val="1F1F1F"/>
                </a:solidFill>
                <a:effectLst/>
                <a:latin typeface="+mj-lt"/>
                <a:cs typeface="Arial" panose="020B0604020202020204" pitchFamily="34" charset="0"/>
              </a:rPr>
              <a:t>AN</a:t>
            </a:r>
            <a:r>
              <a:rPr lang="en-CA" sz="2200" b="0" i="0">
                <a:solidFill>
                  <a:srgbClr val="3C4043"/>
                </a:solidFill>
                <a:effectLst/>
                <a:latin typeface="+mj-lt"/>
                <a:cs typeface="Arial" panose="020B0604020202020204" pitchFamily="34" charset="0"/>
              </a:rPr>
              <a:t> · </a:t>
            </a:r>
            <a:r>
              <a:rPr lang="en-CA" sz="2200" b="0" i="0">
                <a:solidFill>
                  <a:srgbClr val="1F1F1F"/>
                </a:solidFill>
                <a:effectLst/>
                <a:latin typeface="+mj-lt"/>
                <a:cs typeface="Arial" panose="020B0604020202020204" pitchFamily="34" charset="0"/>
              </a:rPr>
              <a:t>TI</a:t>
            </a:r>
            <a:r>
              <a:rPr lang="en-CA" sz="2200" b="0" i="0">
                <a:solidFill>
                  <a:srgbClr val="3C4043"/>
                </a:solidFill>
                <a:effectLst/>
                <a:latin typeface="+mj-lt"/>
                <a:cs typeface="Arial" panose="020B0604020202020204" pitchFamily="34" charset="0"/>
              </a:rPr>
              <a:t> · </a:t>
            </a:r>
            <a:r>
              <a:rPr lang="en-CA" sz="2200" b="0" i="0">
                <a:solidFill>
                  <a:srgbClr val="1F1F1F"/>
                </a:solidFill>
                <a:effectLst/>
                <a:latin typeface="+mj-lt"/>
                <a:cs typeface="Arial" panose="020B0604020202020204" pitchFamily="34" charset="0"/>
              </a:rPr>
              <a:t>DIS</a:t>
            </a:r>
            <a:r>
              <a:rPr lang="en-CA" sz="2200" b="0" i="0">
                <a:solidFill>
                  <a:srgbClr val="3C4043"/>
                </a:solidFill>
                <a:effectLst/>
                <a:latin typeface="+mj-lt"/>
                <a:cs typeface="Arial" panose="020B0604020202020204" pitchFamily="34" charset="0"/>
              </a:rPr>
              <a:t> · </a:t>
            </a:r>
            <a:r>
              <a:rPr lang="en-CA" sz="2200" b="0" i="0">
                <a:solidFill>
                  <a:srgbClr val="1F1F1F"/>
                </a:solidFill>
                <a:effectLst/>
                <a:latin typeface="+mj-lt"/>
                <a:cs typeface="Arial" panose="020B0604020202020204" pitchFamily="34" charset="0"/>
              </a:rPr>
              <a:t>ES</a:t>
            </a:r>
            <a:r>
              <a:rPr lang="en-CA" sz="2200" b="0" i="0">
                <a:solidFill>
                  <a:srgbClr val="3C4043"/>
                </a:solidFill>
                <a:effectLst/>
                <a:latin typeface="+mj-lt"/>
                <a:cs typeface="Arial" panose="020B0604020202020204" pitchFamily="34" charset="0"/>
              </a:rPr>
              <a:t> · </a:t>
            </a:r>
            <a:r>
              <a:rPr lang="en-CA" sz="2200" b="0" i="0">
                <a:solidFill>
                  <a:srgbClr val="1F1F1F"/>
                </a:solidFill>
                <a:effectLst/>
                <a:latin typeface="+mj-lt"/>
                <a:cs typeface="Arial" panose="020B0604020202020204" pitchFamily="34" charset="0"/>
              </a:rPr>
              <a:t>TAB</a:t>
            </a:r>
            <a:r>
              <a:rPr lang="en-CA" sz="2200" b="0" i="0">
                <a:solidFill>
                  <a:srgbClr val="3C4043"/>
                </a:solidFill>
                <a:effectLst/>
                <a:latin typeface="+mj-lt"/>
                <a:cs typeface="Arial" panose="020B0604020202020204" pitchFamily="34" charset="0"/>
              </a:rPr>
              <a:t> · </a:t>
            </a:r>
            <a:r>
              <a:rPr lang="en-CA" sz="2200" b="0" i="0">
                <a:solidFill>
                  <a:srgbClr val="1F1F1F"/>
                </a:solidFill>
                <a:effectLst/>
                <a:latin typeface="+mj-lt"/>
                <a:cs typeface="Arial" panose="020B0604020202020204" pitchFamily="34" charset="0"/>
              </a:rPr>
              <a:t>LISH</a:t>
            </a:r>
            <a:r>
              <a:rPr lang="en-CA" sz="2200" b="0" i="0">
                <a:solidFill>
                  <a:srgbClr val="3C4043"/>
                </a:solidFill>
                <a:effectLst/>
                <a:latin typeface="+mj-lt"/>
                <a:cs typeface="Arial" panose="020B0604020202020204" pitchFamily="34" charset="0"/>
              </a:rPr>
              <a:t> · </a:t>
            </a:r>
            <a:r>
              <a:rPr lang="en-CA" sz="2200" b="0" i="0">
                <a:solidFill>
                  <a:srgbClr val="1F1F1F"/>
                </a:solidFill>
                <a:effectLst/>
                <a:latin typeface="+mj-lt"/>
                <a:cs typeface="Arial" panose="020B0604020202020204" pitchFamily="34" charset="0"/>
              </a:rPr>
              <a:t>MENT</a:t>
            </a:r>
            <a:r>
              <a:rPr lang="en-CA" sz="2200" b="0" i="0">
                <a:solidFill>
                  <a:srgbClr val="3C4043"/>
                </a:solidFill>
                <a:effectLst/>
                <a:latin typeface="+mj-lt"/>
                <a:cs typeface="Arial" panose="020B0604020202020204" pitchFamily="34" charset="0"/>
              </a:rPr>
              <a:t> · </a:t>
            </a:r>
            <a:r>
              <a:rPr lang="en-CA" sz="2200" b="0" i="0">
                <a:solidFill>
                  <a:srgbClr val="1F1F1F"/>
                </a:solidFill>
                <a:effectLst/>
                <a:latin typeface="+mj-lt"/>
                <a:cs typeface="Arial" panose="020B0604020202020204" pitchFamily="34" charset="0"/>
              </a:rPr>
              <a:t>AR</a:t>
            </a:r>
            <a:r>
              <a:rPr lang="en-CA" sz="2200" b="0" i="0">
                <a:solidFill>
                  <a:srgbClr val="3C4043"/>
                </a:solidFill>
                <a:effectLst/>
                <a:latin typeface="+mj-lt"/>
                <a:cs typeface="Arial" panose="020B0604020202020204" pitchFamily="34" charset="0"/>
              </a:rPr>
              <a:t> · </a:t>
            </a:r>
            <a:r>
              <a:rPr lang="en-CA" sz="2200" b="0" i="0">
                <a:solidFill>
                  <a:srgbClr val="1F1F1F"/>
                </a:solidFill>
                <a:effectLst/>
                <a:latin typeface="+mj-lt"/>
                <a:cs typeface="Arial" panose="020B0604020202020204" pitchFamily="34" charset="0"/>
              </a:rPr>
              <a:t>I</a:t>
            </a:r>
            <a:r>
              <a:rPr lang="en-CA" sz="2200" b="0" i="0">
                <a:solidFill>
                  <a:srgbClr val="3C4043"/>
                </a:solidFill>
                <a:effectLst/>
                <a:latin typeface="+mj-lt"/>
                <a:cs typeface="Arial" panose="020B0604020202020204" pitchFamily="34" charset="0"/>
              </a:rPr>
              <a:t> · </a:t>
            </a:r>
            <a:r>
              <a:rPr lang="en-CA" sz="2200" b="0" i="0">
                <a:solidFill>
                  <a:srgbClr val="1F1F1F"/>
                </a:solidFill>
                <a:effectLst/>
                <a:latin typeface="+mj-lt"/>
                <a:cs typeface="Arial" panose="020B0604020202020204" pitchFamily="34" charset="0"/>
              </a:rPr>
              <a:t>AN</a:t>
            </a:r>
            <a:r>
              <a:rPr lang="en-CA" sz="2200" b="0" i="0">
                <a:solidFill>
                  <a:srgbClr val="3C4043"/>
                </a:solidFill>
                <a:effectLst/>
                <a:latin typeface="+mj-lt"/>
                <a:cs typeface="Arial" panose="020B0604020202020204" pitchFamily="34" charset="0"/>
              </a:rPr>
              <a:t> · </a:t>
            </a:r>
            <a:r>
              <a:rPr lang="en-CA" sz="2200" b="0" i="0">
                <a:solidFill>
                  <a:srgbClr val="1F1F1F"/>
                </a:solidFill>
                <a:effectLst/>
                <a:latin typeface="+mj-lt"/>
                <a:cs typeface="Arial" panose="020B0604020202020204" pitchFamily="34" charset="0"/>
              </a:rPr>
              <a:t>IS</a:t>
            </a:r>
            <a:r>
              <a:rPr lang="en-CA" sz="2200" b="0" i="0">
                <a:solidFill>
                  <a:srgbClr val="3C4043"/>
                </a:solidFill>
                <a:effectLst/>
                <a:latin typeface="+mj-lt"/>
                <a:cs typeface="Arial" panose="020B0604020202020204" pitchFamily="34" charset="0"/>
              </a:rPr>
              <a:t> · </a:t>
            </a:r>
            <a:r>
              <a:rPr lang="en-CA" sz="2200" b="0" i="0">
                <a:solidFill>
                  <a:srgbClr val="1F1F1F"/>
                </a:solidFill>
                <a:effectLst/>
                <a:latin typeface="+mj-lt"/>
                <a:cs typeface="Arial" panose="020B0604020202020204" pitchFamily="34" charset="0"/>
              </a:rPr>
              <a:t>M</a:t>
            </a:r>
            <a:endParaRPr lang="en-US" sz="2200">
              <a:latin typeface="+mj-lt"/>
              <a:ea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609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D3773-74FC-5198-081C-DFBA4BB6E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1097279"/>
            <a:ext cx="10053367" cy="1163553"/>
          </a:xfrm>
        </p:spPr>
        <p:txBody>
          <a:bodyPr anchor="t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3100" b="1"/>
              <a:t>Hippopotomonstrosesquippedaliophobia</a:t>
            </a:r>
            <a:br>
              <a:rPr lang="en-US" sz="3100" b="1"/>
            </a:br>
            <a:r>
              <a:rPr lang="en-CA" sz="2000" b="0" i="0">
                <a:solidFill>
                  <a:srgbClr val="3C4043"/>
                </a:solidFill>
                <a:effectLst/>
              </a:rPr>
              <a:t>hi·puh·paa·tuh·muhn·strow·suh·skwipt·a·lee·ow·</a:t>
            </a:r>
            <a:r>
              <a:rPr lang="en-CA" sz="2000" b="1" i="0">
                <a:solidFill>
                  <a:srgbClr val="3C4043"/>
                </a:solidFill>
                <a:effectLst/>
              </a:rPr>
              <a:t>fow</a:t>
            </a:r>
            <a:r>
              <a:rPr lang="en-CA" sz="2000" b="0" i="0">
                <a:solidFill>
                  <a:srgbClr val="3C4043"/>
                </a:solidFill>
                <a:effectLst/>
              </a:rPr>
              <a:t>·bee·uh</a:t>
            </a:r>
            <a:endParaRPr lang="en-US" sz="3600"/>
          </a:p>
          <a:p>
            <a:endParaRPr lang="en-US" sz="2700" b="1"/>
          </a:p>
        </p:txBody>
      </p:sp>
      <p:sp>
        <p:nvSpPr>
          <p:cNvPr id="2055" name="Content Placeholder 2">
            <a:extLst>
              <a:ext uri="{FF2B5EF4-FFF2-40B4-BE49-F238E27FC236}">
                <a16:creationId xmlns:a16="http://schemas.microsoft.com/office/drawing/2014/main" id="{22D3F085-AAEF-D86A-35FA-D7F984662D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34689" y="2549414"/>
            <a:ext cx="4572000" cy="3429000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400" b="0">
                <a:ea typeface="+mn-lt"/>
                <a:cs typeface="+mn-lt"/>
              </a:rPr>
              <a:t>Definition: The ironic fear of long words.</a:t>
            </a:r>
            <a:endParaRPr lang="en-US" sz="2400">
              <a:ea typeface="+mn-lt"/>
              <a:cs typeface="+mn-lt"/>
            </a:endParaRPr>
          </a:p>
          <a:p>
            <a:r>
              <a:rPr lang="en-US" sz="2400" b="0">
                <a:ea typeface="+mn-lt"/>
                <a:cs typeface="+mn-lt"/>
              </a:rPr>
              <a:t>Why it’s funny: It’s longer than the phobia it describes!</a:t>
            </a:r>
            <a:endParaRPr lang="en-US" sz="2400">
              <a:ea typeface="+mn-lt"/>
              <a:cs typeface="+mn-lt"/>
            </a:endParaRPr>
          </a:p>
          <a:p>
            <a:r>
              <a:rPr lang="en-US" sz="2400" b="0">
                <a:ea typeface="+mn-lt"/>
                <a:cs typeface="+mn-lt"/>
              </a:rPr>
              <a:t>Say it slowly: HIP-uh-</a:t>
            </a:r>
            <a:r>
              <a:rPr lang="en-US" sz="2400" b="0" err="1">
                <a:ea typeface="+mn-lt"/>
                <a:cs typeface="+mn-lt"/>
              </a:rPr>
              <a:t>pah</a:t>
            </a:r>
            <a:r>
              <a:rPr lang="en-US" sz="2400" b="0">
                <a:ea typeface="+mn-lt"/>
                <a:cs typeface="+mn-lt"/>
              </a:rPr>
              <a:t>-toe-</a:t>
            </a:r>
            <a:r>
              <a:rPr lang="en-US" sz="2400" b="0" err="1">
                <a:ea typeface="+mn-lt"/>
                <a:cs typeface="+mn-lt"/>
              </a:rPr>
              <a:t>mon</a:t>
            </a:r>
            <a:r>
              <a:rPr lang="en-US" sz="2400" b="0">
                <a:ea typeface="+mn-lt"/>
                <a:cs typeface="+mn-lt"/>
              </a:rPr>
              <a:t>-</a:t>
            </a:r>
            <a:r>
              <a:rPr lang="en-US" sz="2400" b="0" err="1">
                <a:ea typeface="+mn-lt"/>
                <a:cs typeface="+mn-lt"/>
              </a:rPr>
              <a:t>stroh</a:t>
            </a:r>
            <a:r>
              <a:rPr lang="en-US" sz="2400" b="0">
                <a:ea typeface="+mn-lt"/>
                <a:cs typeface="+mn-lt"/>
              </a:rPr>
              <a:t>-</a:t>
            </a:r>
            <a:r>
              <a:rPr lang="en-US" sz="2400" b="0" err="1">
                <a:ea typeface="+mn-lt"/>
                <a:cs typeface="+mn-lt"/>
              </a:rPr>
              <a:t>ses</a:t>
            </a:r>
            <a:r>
              <a:rPr lang="en-US" sz="2400" b="0">
                <a:ea typeface="+mn-lt"/>
                <a:cs typeface="+mn-lt"/>
              </a:rPr>
              <a:t>-</a:t>
            </a:r>
            <a:r>
              <a:rPr lang="en-US" sz="2400" b="0" err="1">
                <a:ea typeface="+mn-lt"/>
                <a:cs typeface="+mn-lt"/>
              </a:rPr>
              <a:t>kwip</a:t>
            </a:r>
            <a:r>
              <a:rPr lang="en-US" sz="2400" b="0">
                <a:ea typeface="+mn-lt"/>
                <a:cs typeface="+mn-lt"/>
              </a:rPr>
              <a:t>-ed-ahl-</a:t>
            </a:r>
            <a:r>
              <a:rPr lang="en-US" sz="2400" b="0" err="1">
                <a:ea typeface="+mn-lt"/>
                <a:cs typeface="+mn-lt"/>
              </a:rPr>
              <a:t>ee</a:t>
            </a:r>
            <a:r>
              <a:rPr lang="en-US" sz="2400" b="0">
                <a:ea typeface="+mn-lt"/>
                <a:cs typeface="+mn-lt"/>
              </a:rPr>
              <a:t>-oh-FOH-bee-uh.</a:t>
            </a:r>
            <a:endParaRPr lang="en-US" sz="2400">
              <a:ea typeface="+mn-lt"/>
              <a:cs typeface="+mn-lt"/>
            </a:endParaRPr>
          </a:p>
          <a:p>
            <a:r>
              <a:rPr lang="en-US" sz="2400" b="0">
                <a:ea typeface="+mn-lt"/>
                <a:cs typeface="+mn-lt"/>
              </a:rPr>
              <a:t>Overcoming this word might just cure the condition!</a:t>
            </a:r>
            <a:endParaRPr lang="en-US" sz="2400">
              <a:ea typeface="+mn-lt"/>
              <a:cs typeface="+mn-lt"/>
            </a:endParaRPr>
          </a:p>
        </p:txBody>
      </p:sp>
      <p:pic>
        <p:nvPicPr>
          <p:cNvPr id="2050" name="Picture 2" descr="Hippopotomonstrosesquippedaliophobia - Drawception">
            <a:extLst>
              <a:ext uri="{FF2B5EF4-FFF2-40B4-BE49-F238E27FC236}">
                <a16:creationId xmlns:a16="http://schemas.microsoft.com/office/drawing/2014/main" id="{085CC6CA-99DE-A181-1D64-13F42C8AB55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51630" y="2549414"/>
            <a:ext cx="4114800" cy="3429000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973059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  <a:noFill/>
        </p:spPr>
        <p:txBody>
          <a:bodyPr anchor="t" anchorCtr="0"/>
          <a:lstStyle/>
          <a:p>
            <a:r>
              <a:rPr lang="en-US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5422" y="1836973"/>
            <a:ext cx="10449495" cy="4546757"/>
          </a:xfrm>
          <a:solidFill>
            <a:schemeClr val="accent4"/>
          </a:solidFill>
          <a:ln w="28575">
            <a:solidFill>
              <a:schemeClr val="tx1"/>
            </a:solidFill>
          </a:ln>
        </p:spPr>
        <p:txBody>
          <a:bodyPr vert="horz" lIns="365760" tIns="365760" rIns="365760" bIns="365760" rtlCol="0" anchor="t">
            <a:noAutofit/>
          </a:bodyPr>
          <a:lstStyle/>
          <a:p>
            <a:pPr>
              <a:lnSpc>
                <a:spcPct val="200000"/>
              </a:lnSpc>
            </a:pPr>
            <a:r>
              <a:rPr lang="en-US">
                <a:ea typeface="+mn-lt"/>
                <a:cs typeface="+mn-lt"/>
              </a:rPr>
              <a:t>In this tricky tour of tongue-twisting terms, we tackled Onomatopoeia, the sound-making superstar. </a:t>
            </a:r>
            <a:endParaRPr lang="en-US"/>
          </a:p>
          <a:p>
            <a:pPr>
              <a:lnSpc>
                <a:spcPct val="200000"/>
              </a:lnSpc>
            </a:pPr>
            <a:r>
              <a:rPr lang="en-US">
                <a:ea typeface="+mn-lt"/>
                <a:cs typeface="+mn-lt"/>
              </a:rPr>
              <a:t>Skipped to Supercalifragilisticexpialidocious, a spectacularly silly syllable song. </a:t>
            </a:r>
            <a:endParaRPr lang="en-US"/>
          </a:p>
          <a:p>
            <a:pPr>
              <a:lnSpc>
                <a:spcPct val="200000"/>
              </a:lnSpc>
            </a:pPr>
            <a:r>
              <a:rPr lang="en-US">
                <a:ea typeface="+mn-lt"/>
                <a:cs typeface="+mn-lt"/>
              </a:rPr>
              <a:t>We then looked at Pneumonoultramicroscopicsilicovolcanoconiosis, the lungful of a lung disease. </a:t>
            </a:r>
          </a:p>
          <a:p>
            <a:pPr>
              <a:lnSpc>
                <a:spcPct val="200000"/>
              </a:lnSpc>
            </a:pPr>
            <a:r>
              <a:rPr lang="en-US">
                <a:ea typeface="+mn-lt"/>
                <a:cs typeface="+mn-lt"/>
              </a:rPr>
              <a:t>We dared to face Antidisestablishmentarianism, a politically potent pile of letters</a:t>
            </a:r>
          </a:p>
          <a:p>
            <a:pPr>
              <a:lnSpc>
                <a:spcPct val="200000"/>
              </a:lnSpc>
            </a:pPr>
            <a:r>
              <a:rPr lang="en-US">
                <a:ea typeface="+mn-lt"/>
                <a:cs typeface="+mn-lt"/>
              </a:rPr>
              <a:t>Wrapped with </a:t>
            </a:r>
            <a:r>
              <a:rPr lang="en-US" err="1">
                <a:ea typeface="+mn-lt"/>
                <a:cs typeface="+mn-lt"/>
              </a:rPr>
              <a:t>Hippopotomonstrosesquippedaliophobia</a:t>
            </a:r>
            <a:r>
              <a:rPr lang="en-US">
                <a:ea typeface="+mn-lt"/>
                <a:cs typeface="+mn-lt"/>
              </a:rPr>
              <a:t>, the fear of fantastically lengthy words. </a:t>
            </a:r>
          </a:p>
          <a:p>
            <a:pPr>
              <a:lnSpc>
                <a:spcPct val="200000"/>
              </a:lnSpc>
            </a:pPr>
            <a:r>
              <a:rPr lang="en-US">
                <a:ea typeface="+mn-lt"/>
                <a:cs typeface="+mn-lt"/>
              </a:rPr>
              <a:t>Practicing these puzzling pronunciations turns twisted terms into triumphs!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  <a:noFill/>
        </p:spPr>
        <p:txBody>
          <a:bodyPr anchor="t" anchorCtr="0"/>
          <a:lstStyle/>
          <a:p>
            <a:r>
              <a:rPr lang="en-US">
                <a:cs typeface="Posterama"/>
              </a:rPr>
              <a:t>Citations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012722"/>
            <a:ext cx="8590670" cy="3566160"/>
          </a:xfrm>
          <a:solidFill>
            <a:schemeClr val="accent4"/>
          </a:solidFill>
        </p:spPr>
        <p:txBody>
          <a:bodyPr vert="horz" lIns="365760" tIns="365760" rIns="365760" bIns="36576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1. “Pneumonoultramicroscopicsilicovolcanoconiosis: Definition, Meaning, and Origin,” </a:t>
            </a:r>
            <a:r>
              <a:rPr lang="en-US" i="1">
                <a:ea typeface="+mn-lt"/>
                <a:cs typeface="+mn-lt"/>
              </a:rPr>
              <a:t>Oxford English Dictionary</a:t>
            </a:r>
            <a:r>
              <a:rPr lang="en-US">
                <a:ea typeface="+mn-lt"/>
                <a:cs typeface="+mn-lt"/>
              </a:rPr>
              <a:t>. [Online]. Available: </a:t>
            </a:r>
            <a:r>
              <a:rPr lang="en-US">
                <a:ea typeface="+mn-lt"/>
                <a:cs typeface="+mn-lt"/>
                <a:hlinkClick r:id="rId2"/>
              </a:rPr>
              <a:t>https://www.oed.com</a:t>
            </a:r>
            <a:r>
              <a:rPr lang="en-US">
                <a:ea typeface="+mn-lt"/>
                <a:cs typeface="+mn-lt"/>
              </a:rPr>
              <a:t>. [Accessed: 23-Jan-2025].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2. R. M. Sherman and R. B. Sherman, </a:t>
            </a:r>
            <a:r>
              <a:rPr lang="en-US" i="1">
                <a:ea typeface="+mn-lt"/>
                <a:cs typeface="+mn-lt"/>
              </a:rPr>
              <a:t>Mary Poppins Soundtrack</a:t>
            </a:r>
            <a:r>
              <a:rPr lang="en-US">
                <a:ea typeface="+mn-lt"/>
                <a:cs typeface="+mn-lt"/>
              </a:rPr>
              <a:t>, Walt Disney Records, 1964.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3. “Onomatopoeia,” </a:t>
            </a:r>
            <a:r>
              <a:rPr lang="en-US" i="1">
                <a:ea typeface="+mn-lt"/>
                <a:cs typeface="+mn-lt"/>
              </a:rPr>
              <a:t>Merriam-Webster Dictionary</a:t>
            </a:r>
            <a:r>
              <a:rPr lang="en-US">
                <a:ea typeface="+mn-lt"/>
                <a:cs typeface="+mn-lt"/>
              </a:rPr>
              <a:t>. [Online]. Available: </a:t>
            </a:r>
            <a:r>
              <a:rPr lang="en-US">
                <a:ea typeface="+mn-lt"/>
                <a:cs typeface="+mn-lt"/>
                <a:hlinkClick r:id="rId3"/>
              </a:rPr>
              <a:t>https://www.merriam-webster.com</a:t>
            </a:r>
            <a:r>
              <a:rPr lang="en-US">
                <a:ea typeface="+mn-lt"/>
                <a:cs typeface="+mn-lt"/>
              </a:rPr>
              <a:t>. [Accessed: 23-Jan-2025].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4. “</a:t>
            </a:r>
            <a:r>
              <a:rPr lang="en-US" err="1">
                <a:ea typeface="+mn-lt"/>
                <a:cs typeface="+mn-lt"/>
              </a:rPr>
              <a:t>Hippopotomonstrosesquippedaliophobia</a:t>
            </a:r>
            <a:r>
              <a:rPr lang="en-US">
                <a:ea typeface="+mn-lt"/>
                <a:cs typeface="+mn-lt"/>
              </a:rPr>
              <a:t>: The Fear of Long Words,” </a:t>
            </a:r>
            <a:r>
              <a:rPr lang="en-US" i="1">
                <a:ea typeface="+mn-lt"/>
                <a:cs typeface="+mn-lt"/>
              </a:rPr>
              <a:t>Psychology Today</a:t>
            </a:r>
            <a:r>
              <a:rPr lang="en-US">
                <a:ea typeface="+mn-lt"/>
                <a:cs typeface="+mn-lt"/>
              </a:rPr>
              <a:t>. [Online]. Available: </a:t>
            </a:r>
            <a:r>
              <a:rPr lang="en-US">
                <a:ea typeface="+mn-lt"/>
                <a:cs typeface="+mn-lt"/>
                <a:hlinkClick r:id="rId4"/>
              </a:rPr>
              <a:t>https://www.psychologytoday.com</a:t>
            </a:r>
            <a:r>
              <a:rPr lang="en-US">
                <a:ea typeface="+mn-lt"/>
                <a:cs typeface="+mn-lt"/>
              </a:rPr>
              <a:t>. [Accessed: 23-Jan-2025].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5. “Antidisestablishmentarianism: Origins and Usage,” </a:t>
            </a:r>
            <a:r>
              <a:rPr lang="en-US" i="1">
                <a:ea typeface="+mn-lt"/>
                <a:cs typeface="+mn-lt"/>
              </a:rPr>
              <a:t>Encyclopedia Britannica</a:t>
            </a:r>
            <a:r>
              <a:rPr lang="en-US">
                <a:ea typeface="+mn-lt"/>
                <a:cs typeface="+mn-lt"/>
              </a:rPr>
              <a:t>. [Online]. Available: </a:t>
            </a:r>
            <a:r>
              <a:rPr lang="en-US">
                <a:ea typeface="+mn-lt"/>
                <a:cs typeface="+mn-lt"/>
                <a:hlinkClick r:id="rId5"/>
              </a:rPr>
              <a:t>https://www.britannica.com</a:t>
            </a:r>
            <a:r>
              <a:rPr lang="en-US">
                <a:ea typeface="+mn-lt"/>
                <a:cs typeface="+mn-lt"/>
              </a:rPr>
              <a:t>. [Accessed: 23-Jan-2025].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029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E39FA-84F2-3624-49D6-32B9E036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noFill/>
        </p:spPr>
        <p:txBody>
          <a:bodyPr bIns="0" anchor="ctr" anchorCtr="0"/>
          <a:lstStyle/>
          <a:p>
            <a:r>
              <a:rPr lang="en-US"/>
              <a:t>Thank you</a:t>
            </a:r>
          </a:p>
        </p:txBody>
      </p:sp>
      <p:pic>
        <p:nvPicPr>
          <p:cNvPr id="7" name="Picture Placeholder 25" descr="Bacteria cultured in a petri dish for a laboratory or a scientific investigation">
            <a:extLst>
              <a:ext uri="{FF2B5EF4-FFF2-40B4-BE49-F238E27FC236}">
                <a16:creationId xmlns:a16="http://schemas.microsoft.com/office/drawing/2014/main" id="{F46DA087-2662-0725-53F9-CF835D1DC8F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" r="74"/>
          <a:stretch/>
        </p:blipFill>
        <p:spPr>
          <a:xfrm>
            <a:off x="4953000" y="548640"/>
            <a:ext cx="2286000" cy="22860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04BCD3-171F-C06E-AC4E-108832525D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 anchorCtr="0"/>
          <a:lstStyle/>
          <a:p>
            <a:r>
              <a:rPr lang="en-US"/>
              <a:t>Jamin | Ramil | </a:t>
            </a:r>
            <a:r>
              <a:rPr lang="en-US" err="1"/>
              <a:t>NIyah</a:t>
            </a:r>
            <a:r>
              <a:rPr lang="en-US"/>
              <a:t> | </a:t>
            </a:r>
            <a:r>
              <a:rPr lang="en-US" err="1"/>
              <a:t>SEheR</a:t>
            </a:r>
            <a:r>
              <a:rPr lang="en-US"/>
              <a:t>  | </a:t>
            </a:r>
            <a:r>
              <a:rPr lang="en-US" err="1"/>
              <a:t>Qianxiang</a:t>
            </a:r>
            <a:r>
              <a:rPr lang="en-US"/>
              <a:t> |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3C45EF-4305-C7B2-1BE5-25BCAC4E24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92" b="561"/>
          <a:stretch/>
        </p:blipFill>
        <p:spPr>
          <a:xfrm>
            <a:off x="1843502" y="300244"/>
            <a:ext cx="8587905" cy="3125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52273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 discovery_V1_win32_EF_v4.potx" id="{C76E1CB0-558D-4FB9-AA8B-DAB0BFDB970A}" vid="{87D4F3E9-C3BB-413B-A87E-0B7BB674A5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9A734A7-6096-47AA-9737-CDF62701A00D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881D8D6-8849-400B-8BC9-21D401C7DD06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{74EB147D-D119-4A8E-B50F-81A4112E2A54}tf67061901_win32</Template>
  <Application>Microsoft Office PowerPoint</Application>
  <PresentationFormat>Widescreen</PresentationFormat>
  <Slides>10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Custom</vt:lpstr>
      <vt:lpstr>Hardest words to pronounce</vt:lpstr>
      <vt:lpstr>agenda</vt:lpstr>
      <vt:lpstr>Onomatopoeia aa·nuh·maa·tuh·pee·uh </vt:lpstr>
      <vt:lpstr>Supercalifragilisticexpialidocious soo-per-kal-i-frad-jih-lis-tik-ek-spee-al-i-doe-shus  </vt:lpstr>
      <vt:lpstr>Pneumonoultramicroscopicsilicovolcanoconiosis new-muh-noh-ul-truh-my-kroh-skop-ik-sil-i-ko-vol-kay-no-ko-nee-oh-sis </vt:lpstr>
      <vt:lpstr>  </vt:lpstr>
      <vt:lpstr>Hippopotomonstrosesquippedaliophobia hi·puh·paa·tuh·muhn·strow·suh·skwipt·a·lee·ow·fow·bee·uh </vt:lpstr>
      <vt:lpstr>Summary</vt:lpstr>
      <vt:lpstr>Citations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sehermian456@gmail.com</dc:creator>
  <cp:revision>1</cp:revision>
  <dcterms:created xsi:type="dcterms:W3CDTF">2025-01-23T19:38:11Z</dcterms:created>
  <dcterms:modified xsi:type="dcterms:W3CDTF">2025-01-23T20:30:23Z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